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d23434d7f4fe6" /><Relationship Type="http://schemas.openxmlformats.org/officeDocument/2006/relationships/extended-properties" Target="/docProps/app.xml" Id="R63cf7680067d42b8" /><Relationship Type="http://schemas.openxmlformats.org/officeDocument/2006/relationships/officeDocument" Target="/ppt/presentation.xml" Id="R410b0a1e253043b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62d8ac36c4348cb"/>
  </p:sldMasterIdLst>
  <p:notesMasterIdLst>
    <p:notesMasterId xmlns:r="http://schemas.openxmlformats.org/officeDocument/2006/relationships" r:id="R44c963b0e7dc449c"/>
  </p:notesMasterIdLst>
  <p:sldIdLst>
    <p:sldId xmlns:r="http://schemas.openxmlformats.org/officeDocument/2006/relationships" id="256" r:id="R043d689d5d504a4d"/>
    <p:sldId xmlns:r="http://schemas.openxmlformats.org/officeDocument/2006/relationships" id="257" r:id="R6cacc8ad3c9346ec"/>
    <p:sldId xmlns:r="http://schemas.openxmlformats.org/officeDocument/2006/relationships" id="258" r:id="R5fe0ce6246154ef6"/>
    <p:sldId xmlns:r="http://schemas.openxmlformats.org/officeDocument/2006/relationships" id="259" r:id="Rcbec4d0992c04239"/>
    <p:sldId xmlns:r="http://schemas.openxmlformats.org/officeDocument/2006/relationships" id="260" r:id="Rc596d585415144de"/>
    <p:sldId xmlns:r="http://schemas.openxmlformats.org/officeDocument/2006/relationships" id="261" r:id="R57258c27569849ec"/>
    <p:sldId xmlns:r="http://schemas.openxmlformats.org/officeDocument/2006/relationships" id="262" r:id="R9912addf6879471d"/>
    <p:sldId xmlns:r="http://schemas.openxmlformats.org/officeDocument/2006/relationships" id="263" r:id="R5ca562599e75421c"/>
    <p:sldId xmlns:r="http://schemas.openxmlformats.org/officeDocument/2006/relationships" id="264" r:id="Raf8c8df46a1c4cc5"/>
    <p:sldId xmlns:r="http://schemas.openxmlformats.org/officeDocument/2006/relationships" id="265" r:id="Rac843e0027c74df4"/>
    <p:sldId xmlns:r="http://schemas.openxmlformats.org/officeDocument/2006/relationships" id="266" r:id="R1d1fd8f1a6914f50"/>
    <p:sldId xmlns:r="http://schemas.openxmlformats.org/officeDocument/2006/relationships" id="267" r:id="R88b7d7fbc3744e2a"/>
    <p:sldId xmlns:r="http://schemas.openxmlformats.org/officeDocument/2006/relationships" id="268" r:id="R1ae60b6a7a9e4775"/>
    <p:sldId xmlns:r="http://schemas.openxmlformats.org/officeDocument/2006/relationships" id="269" r:id="R39b7a3937f344aac"/>
    <p:sldId xmlns:r="http://schemas.openxmlformats.org/officeDocument/2006/relationships" id="270" r:id="Rd1e109fd0f0444bf"/>
    <p:sldId xmlns:r="http://schemas.openxmlformats.org/officeDocument/2006/relationships" id="271" r:id="R7b952d40ef5a408d"/>
    <p:sldId xmlns:r="http://schemas.openxmlformats.org/officeDocument/2006/relationships" id="272" r:id="Rc2a7181b54d54ea0"/>
    <p:sldId xmlns:r="http://schemas.openxmlformats.org/officeDocument/2006/relationships" id="273" r:id="Rae8ecd28f8434d46"/>
    <p:sldId xmlns:r="http://schemas.openxmlformats.org/officeDocument/2006/relationships" id="274" r:id="Raed9f0e15ddf41d2"/>
  </p:sldIdLst>
  <p:sldSz cx="12192000" cy="6858000"/>
  <p:notesSz cx="6858000" cy="9144000"/>
  <p:embeddedFontLst>
    <p:embeddedFont>
      <p:font typeface="Century Gothic"/>
      <p:regular xmlns:r="http://schemas.openxmlformats.org/officeDocument/2006/relationships" r:id="R1d545a2466354d43"/>
      <p:bold xmlns:r="http://schemas.openxmlformats.org/officeDocument/2006/relationships" r:id="R992b17637f504b5b"/>
      <p:italic xmlns:r="http://schemas.openxmlformats.org/officeDocument/2006/relationships" r:id="Rebcc021df3e04fef"/>
      <p:boldItalic xmlns:r="http://schemas.openxmlformats.org/officeDocument/2006/relationships" r:id="R973ced0194b14c6c"/>
    </p:embeddedFont>
    <p:embeddedFont>
      <p:font typeface="微软雅黑"/>
      <p:regular xmlns:r="http://schemas.openxmlformats.org/officeDocument/2006/relationships" r:id="Rb9f7b3273c8749c4"/>
      <p:bold xmlns:r="http://schemas.openxmlformats.org/officeDocument/2006/relationships" r:id="Rf906afb4d27a4544"/>
    </p:embeddedFont>
    <p:embeddedFont>
      <p:font typeface="微软雅黑 Light"/>
      <p:regular xmlns:r="http://schemas.openxmlformats.org/officeDocument/2006/relationships" r:id="R7b327c37f81b4a28"/>
    </p:embeddedFont>
    <p:embeddedFont>
      <p:font typeface="Wingdings 3"/>
      <p:regular xmlns:r="http://schemas.openxmlformats.org/officeDocument/2006/relationships" r:id="Rbebe8ae0484f4fca"/>
    </p:embeddedFont>
    <p:embeddedFont>
      <p:font typeface="等线"/>
      <p:regular xmlns:r="http://schemas.openxmlformats.org/officeDocument/2006/relationships" r:id="Ra577be9dd3944074"/>
      <p:bold xmlns:r="http://schemas.openxmlformats.org/officeDocument/2006/relationships" r:id="Rf4f8f7ba958040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f468d838b4ffd" /><Relationship Type="http://schemas.openxmlformats.org/officeDocument/2006/relationships/slideMaster" Target="/ppt/slideMasters/slideMaster1.xml" Id="R162d8ac36c4348cb" /><Relationship Type="http://schemas.openxmlformats.org/officeDocument/2006/relationships/notesMaster" Target="/ppt/notesMasters/notesMaster1.xml" Id="R44c963b0e7dc449c" /><Relationship Type="http://schemas.openxmlformats.org/officeDocument/2006/relationships/presProps" Target="/ppt/presProps.xml" Id="R3237f3eedefc4513" /><Relationship Type="http://schemas.openxmlformats.org/officeDocument/2006/relationships/viewProps" Target="/ppt/viewProps.xml" Id="R873303ceb94c4e82" /><Relationship Type="http://schemas.openxmlformats.org/officeDocument/2006/relationships/tableStyles" Target="/ppt/tableStyles.xml" Id="R48eb056f617e4c13" /><Relationship Type="http://schemas.openxmlformats.org/officeDocument/2006/relationships/font" Target="/ppt/fonts/font.dat" Id="R1d545a2466354d43" /><Relationship Type="http://schemas.openxmlformats.org/officeDocument/2006/relationships/font" Target="/ppt/fonts/font2.dat" Id="R992b17637f504b5b" /><Relationship Type="http://schemas.openxmlformats.org/officeDocument/2006/relationships/font" Target="/ppt/fonts/font3.dat" Id="Rebcc021df3e04fef" /><Relationship Type="http://schemas.openxmlformats.org/officeDocument/2006/relationships/font" Target="/ppt/fonts/font4.dat" Id="R973ced0194b14c6c" /><Relationship Type="http://schemas.openxmlformats.org/officeDocument/2006/relationships/font" Target="/ppt/fonts/font5.dat" Id="Rb9f7b3273c8749c4" /><Relationship Type="http://schemas.openxmlformats.org/officeDocument/2006/relationships/font" Target="/ppt/fonts/font6.dat" Id="Rf906afb4d27a4544" /><Relationship Type="http://schemas.openxmlformats.org/officeDocument/2006/relationships/font" Target="/ppt/fonts/font7.dat" Id="R7b327c37f81b4a28" /><Relationship Type="http://schemas.openxmlformats.org/officeDocument/2006/relationships/font" Target="/ppt/fonts/font8.dat" Id="Rbebe8ae0484f4fca" /><Relationship Type="http://schemas.openxmlformats.org/officeDocument/2006/relationships/font" Target="/ppt/fonts/font9.dat" Id="Ra577be9dd3944074" /><Relationship Type="http://schemas.openxmlformats.org/officeDocument/2006/relationships/font" Target="/ppt/fonts/font10.dat" Id="Rf4f8f7ba958040cd" /><Relationship Type="http://schemas.openxmlformats.org/officeDocument/2006/relationships/slide" Target="/ppt/slides/slide1.xml" Id="R043d689d5d504a4d" /><Relationship Type="http://schemas.openxmlformats.org/officeDocument/2006/relationships/slide" Target="/ppt/slides/slide2.xml" Id="R6cacc8ad3c9346ec" /><Relationship Type="http://schemas.openxmlformats.org/officeDocument/2006/relationships/slide" Target="/ppt/slides/slide3.xml" Id="R5fe0ce6246154ef6" /><Relationship Type="http://schemas.openxmlformats.org/officeDocument/2006/relationships/slide" Target="/ppt/slides/slide4.xml" Id="Rcbec4d0992c04239" /><Relationship Type="http://schemas.openxmlformats.org/officeDocument/2006/relationships/slide" Target="/ppt/slides/slide5.xml" Id="Rc596d585415144de" /><Relationship Type="http://schemas.openxmlformats.org/officeDocument/2006/relationships/slide" Target="/ppt/slides/slide6.xml" Id="R57258c27569849ec" /><Relationship Type="http://schemas.openxmlformats.org/officeDocument/2006/relationships/slide" Target="/ppt/slides/slide7.xml" Id="R9912addf6879471d" /><Relationship Type="http://schemas.openxmlformats.org/officeDocument/2006/relationships/slide" Target="/ppt/slides/slide8.xml" Id="R5ca562599e75421c" /><Relationship Type="http://schemas.openxmlformats.org/officeDocument/2006/relationships/slide" Target="/ppt/slides/slide9.xml" Id="Raf8c8df46a1c4cc5" /><Relationship Type="http://schemas.openxmlformats.org/officeDocument/2006/relationships/slide" Target="/ppt/slides/slide10.xml" Id="Rac843e0027c74df4" /><Relationship Type="http://schemas.openxmlformats.org/officeDocument/2006/relationships/slide" Target="/ppt/slides/slide11.xml" Id="R1d1fd8f1a6914f50" /><Relationship Type="http://schemas.openxmlformats.org/officeDocument/2006/relationships/slide" Target="/ppt/slides/slide12.xml" Id="R88b7d7fbc3744e2a" /><Relationship Type="http://schemas.openxmlformats.org/officeDocument/2006/relationships/slide" Target="/ppt/slides/slide13.xml" Id="R1ae60b6a7a9e4775" /><Relationship Type="http://schemas.openxmlformats.org/officeDocument/2006/relationships/slide" Target="/ppt/slides/slide14.xml" Id="R39b7a3937f344aac" /><Relationship Type="http://schemas.openxmlformats.org/officeDocument/2006/relationships/slide" Target="/ppt/slides/slide15.xml" Id="Rd1e109fd0f0444bf" /><Relationship Type="http://schemas.openxmlformats.org/officeDocument/2006/relationships/slide" Target="/ppt/slides/slide16.xml" Id="R7b952d40ef5a408d" /><Relationship Type="http://schemas.openxmlformats.org/officeDocument/2006/relationships/slide" Target="/ppt/slides/slide17.xml" Id="Rc2a7181b54d54ea0" /><Relationship Type="http://schemas.openxmlformats.org/officeDocument/2006/relationships/slide" Target="/ppt/slides/slide18.xml" Id="Rae8ecd28f8434d46" /><Relationship Type="http://schemas.openxmlformats.org/officeDocument/2006/relationships/slide" Target="/ppt/slides/slide19.xml" Id="Raed9f0e15ddf41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eb95e7eefa47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3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59c9939f8a456b" /><Relationship Type="http://schemas.openxmlformats.org/officeDocument/2006/relationships/notesMaster" Target="/ppt/notesMasters/notesMaster1.xml" Id="R78cdb01097dd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b5ccc90ae4047" /><Relationship Type="http://schemas.openxmlformats.org/officeDocument/2006/relationships/notesMaster" Target="/ppt/notesMasters/notesMaster1.xml" Id="Rc1cfc04412534a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0f1144bcda4ff2" /><Relationship Type="http://schemas.openxmlformats.org/officeDocument/2006/relationships/notesMaster" Target="/ppt/notesMasters/notesMaster1.xml" Id="Rc30e21c349c3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79ce3cd26643eb" /><Relationship Type="http://schemas.openxmlformats.org/officeDocument/2006/relationships/notesMaster" Target="/ppt/notesMasters/notesMaster1.xml" Id="R450605d7635842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59aa010298464b" /><Relationship Type="http://schemas.openxmlformats.org/officeDocument/2006/relationships/notesMaster" Target="/ppt/notesMasters/notesMaster1.xml" Id="R50ae05ed957e42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d84fa03674145" /><Relationship Type="http://schemas.openxmlformats.org/officeDocument/2006/relationships/notesMaster" Target="/ppt/notesMasters/notesMaster1.xml" Id="R21ef8551185a4f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0095042864a63" /><Relationship Type="http://schemas.openxmlformats.org/officeDocument/2006/relationships/notesMaster" Target="/ppt/notesMasters/notesMaster1.xml" Id="R0ad9b2d1062c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cc611f60004085" /><Relationship Type="http://schemas.openxmlformats.org/officeDocument/2006/relationships/notesMaster" Target="/ppt/notesMasters/notesMaster1.xml" Id="Rdf470b6d7bd44d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b2f3017c514335" /><Relationship Type="http://schemas.openxmlformats.org/officeDocument/2006/relationships/notesMaster" Target="/ppt/notesMasters/notesMaster1.xml" Id="Ra32b93cddb4748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4d49aba3a244df" /><Relationship Type="http://schemas.openxmlformats.org/officeDocument/2006/relationships/notesMaster" Target="/ppt/notesMasters/notesMaster1.xml" Id="Rd2730f9eb3ca44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d749edbf4b4131" /><Relationship Type="http://schemas.openxmlformats.org/officeDocument/2006/relationships/notesMaster" Target="/ppt/notesMasters/notesMaster1.xml" Id="Rdc23b50241e44b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4f33ef73c341fe" /><Relationship Type="http://schemas.openxmlformats.org/officeDocument/2006/relationships/notesMaster" Target="/ppt/notesMasters/notesMaster1.xml" Id="R60b6fcddd7d448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c46e1a298a4b4a" /><Relationship Type="http://schemas.openxmlformats.org/officeDocument/2006/relationships/notesMaster" Target="/ppt/notesMasters/notesMaster1.xml" Id="Rda336060c8c146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9864aacf0f4ada" /><Relationship Type="http://schemas.openxmlformats.org/officeDocument/2006/relationships/notesMaster" Target="/ppt/notesMasters/notesMaster1.xml" Id="Ra5666f825c2040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802b0471124ba8" /><Relationship Type="http://schemas.openxmlformats.org/officeDocument/2006/relationships/notesMaster" Target="/ppt/notesMasters/notesMaster1.xml" Id="R61db8991caa842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84696d28c8479c" /><Relationship Type="http://schemas.openxmlformats.org/officeDocument/2006/relationships/notesMaster" Target="/ppt/notesMasters/notesMaster1.xml" Id="Rdbcc854cd39649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5dac126c704936" /><Relationship Type="http://schemas.openxmlformats.org/officeDocument/2006/relationships/notesMaster" Target="/ppt/notesMasters/notesMaster1.xml" Id="Ra5cc058f4df147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11685f5edc43e6" /><Relationship Type="http://schemas.openxmlformats.org/officeDocument/2006/relationships/notesMaster" Target="/ppt/notesMasters/notesMaster1.xml" Id="Rd8fddc971ab048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39a2f1073547c6" /><Relationship Type="http://schemas.openxmlformats.org/officeDocument/2006/relationships/notesMaster" Target="/ppt/notesMasters/notesMaster1.xml" Id="R8206023aafef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f99e8a60c47fe" /><Relationship Type="http://schemas.openxmlformats.org/officeDocument/2006/relationships/image" Target="/ppt/media/image.png" Id="Ra941cfce444e46ba" /><Relationship Type="http://schemas.openxmlformats.org/officeDocument/2006/relationships/image" Target="/ppt/media/image2.png" Id="R9a750d4eed5946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93b10752f4444" /><Relationship Type="http://schemas.openxmlformats.org/officeDocument/2006/relationships/image" Target="/ppt/media/image.png" Id="R0ed4fc7f27e4464a" /><Relationship Type="http://schemas.openxmlformats.org/officeDocument/2006/relationships/image" Target="/ppt/media/image2.png" Id="Rbe86b958116243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66d493dc04747" /><Relationship Type="http://schemas.openxmlformats.org/officeDocument/2006/relationships/image" Target="/ppt/media/image3.png" Id="Raeffa7215d954658" /><Relationship Type="http://schemas.openxmlformats.org/officeDocument/2006/relationships/image" Target="/ppt/media/image4.png" Id="R3e944e19caa248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8331f3d8e4959" /><Relationship Type="http://schemas.openxmlformats.org/officeDocument/2006/relationships/image" Target="/ppt/media/image3.png" Id="R90eb80a9f95d475a" /><Relationship Type="http://schemas.openxmlformats.org/officeDocument/2006/relationships/image" Target="/ppt/media/image5.png" Id="Rc0536099ef3845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542e0da5a46f0" /><Relationship Type="http://schemas.openxmlformats.org/officeDocument/2006/relationships/image" Target="/ppt/media/image6.png" Id="R5a3b11d7b53247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973aadfc34bec" /><Relationship Type="http://schemas.openxmlformats.org/officeDocument/2006/relationships/image" Target="/ppt/media/image6.png" Id="Rda12ea9411414a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7a4e45aad4e76" /><Relationship Type="http://schemas.openxmlformats.org/officeDocument/2006/relationships/image" Target="/ppt/media/image7.png" Id="Radedfa5873994006" /><Relationship Type="http://schemas.openxmlformats.org/officeDocument/2006/relationships/image" Target="/ppt/media/image8.png" Id="R5f0b392f32e84d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9350806fc46ca" /><Relationship Type="http://schemas.openxmlformats.org/officeDocument/2006/relationships/image" Target="/ppt/media/image7.png" Id="Ra86be33f02a84a70" /><Relationship Type="http://schemas.openxmlformats.org/officeDocument/2006/relationships/image" Target="/ppt/media/image8.png" Id="R16ea59a75ae440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3d5d09b98449a" /><Relationship Type="http://schemas.openxmlformats.org/officeDocument/2006/relationships/image" Target="/ppt/media/image.jpeg" Id="R038e5eba41e8468c" /><Relationship Type="http://schemas.openxmlformats.org/officeDocument/2006/relationships/image" Target="/ppt/media/image8.png" Id="Rd49d77033c0944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6e9127ce84b84" /><Relationship Type="http://schemas.openxmlformats.org/officeDocument/2006/relationships/image" Target="/ppt/media/image2.jpeg" Id="Rf226e19f788940a1" /><Relationship Type="http://schemas.openxmlformats.org/officeDocument/2006/relationships/image" Target="/ppt/media/image8.png" Id="R0d57a84e65b644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92bf74d644ae3" /><Relationship Type="http://schemas.openxmlformats.org/officeDocument/2006/relationships/image" Target="/ppt/media/image9.png" Id="R736ea5d4c07b4a09" /><Relationship Type="http://schemas.openxmlformats.org/officeDocument/2006/relationships/image" Target="/ppt/media/image10.png" Id="Ra8383b1febe443c5" /><Relationship Type="http://schemas.openxmlformats.org/officeDocument/2006/relationships/image" Target="/ppt/media/image11.png" Id="R349a9f38c0f54c22" /><Relationship Type="http://schemas.openxmlformats.org/officeDocument/2006/relationships/image" Target="/ppt/media/image12.png" Id="R0cd0e007050a43b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a6a7f530a44ef" /><Relationship Type="http://schemas.openxmlformats.org/officeDocument/2006/relationships/image" Target="/ppt/media/image3.jpeg" Id="R5890821a1c594055" /><Relationship Type="http://schemas.openxmlformats.org/officeDocument/2006/relationships/image" Target="/ppt/media/image11.png" Id="R84de64de7f5c4674" /><Relationship Type="http://schemas.openxmlformats.org/officeDocument/2006/relationships/image" Target="/ppt/media/image12.png" Id="Rccadaca7bea441d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ad88259de4730" /><Relationship Type="http://schemas.openxmlformats.org/officeDocument/2006/relationships/image" Target="/ppt/media/image13.png" Id="R6a01b53ce8a740ef" /><Relationship Type="http://schemas.openxmlformats.org/officeDocument/2006/relationships/image" Target="/ppt/media/image14.png" Id="R9147f68f16624dd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6706e8dcd4472" /><Relationship Type="http://schemas.openxmlformats.org/officeDocument/2006/relationships/image" Target="/ppt/media/image15.png" Id="R7bb433a7c7104b54" /><Relationship Type="http://schemas.openxmlformats.org/officeDocument/2006/relationships/image" Target="/ppt/media/image16.png" Id="Rad2b7a2e56324dd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e6dbc475f4921" /><Relationship Type="http://schemas.openxmlformats.org/officeDocument/2006/relationships/image" Target="/ppt/media/image15.png" Id="R1e3c3373a2c24dd5" /><Relationship Type="http://schemas.openxmlformats.org/officeDocument/2006/relationships/image" Target="/ppt/media/image17.png" Id="R82263132e7d0434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2870e72f94880" /><Relationship Type="http://schemas.openxmlformats.org/officeDocument/2006/relationships/image" Target="/ppt/media/image18.png" Id="Re43d2b45277f4bda" /><Relationship Type="http://schemas.openxmlformats.org/officeDocument/2006/relationships/image" Target="/ppt/media/image16.png" Id="R9e7da8a0dad9480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b4fedd2394495" /><Relationship Type="http://schemas.openxmlformats.org/officeDocument/2006/relationships/image" Target="/ppt/media/image19.png" Id="R5ccba19ae9b44dfc" /><Relationship Type="http://schemas.openxmlformats.org/officeDocument/2006/relationships/image" Target="/ppt/media/image20.png" Id="R97e3f84f21e34b29" /><Relationship Type="http://schemas.openxmlformats.org/officeDocument/2006/relationships/image" Target="/ppt/media/image21.png" Id="Rd85c3e3fde794b6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1080bb961452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92817cac1421b" /><Relationship Type="http://schemas.openxmlformats.org/officeDocument/2006/relationships/image" Target="/ppt/media/image22.png" Id="Rb1ea11c9474344e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d539a4ab240e1" /><Relationship Type="http://schemas.openxmlformats.org/officeDocument/2006/relationships/image" Target="/ppt/media/image23.png" Id="R81c43566022f4722" /><Relationship Type="http://schemas.openxmlformats.org/officeDocument/2006/relationships/image" Target="/ppt/media/image12.png" Id="R9961ad4313864c3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6e1232b1041bb" /><Relationship Type="http://schemas.openxmlformats.org/officeDocument/2006/relationships/image" Target="/ppt/media/image24.png" Id="Rde637dfb6012432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a5d1a2a9446d2" /><Relationship Type="http://schemas.openxmlformats.org/officeDocument/2006/relationships/image" Target="/ppt/media/image25.png" Id="R4df468301da040c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47fc142ca4ffd" /><Relationship Type="http://schemas.openxmlformats.org/officeDocument/2006/relationships/image" Target="/ppt/media/image.png" Id="Ra59ae94216b14d06" /><Relationship Type="http://schemas.openxmlformats.org/officeDocument/2006/relationships/image" Target="/ppt/media/image25.png" Id="Rbcf9de0aae97496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48f3b67da4070" /><Relationship Type="http://schemas.openxmlformats.org/officeDocument/2006/relationships/image" Target="/ppt/media/image26.png" Id="R0dde683c20cd4dfb" /><Relationship Type="http://schemas.openxmlformats.org/officeDocument/2006/relationships/image" Target="/ppt/media/image27.png" Id="R39e05c87398c448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461a95d2146d2" /><Relationship Type="http://schemas.openxmlformats.org/officeDocument/2006/relationships/image" Target="/ppt/media/image28.png" Id="R704b25aefca74579" /><Relationship Type="http://schemas.openxmlformats.org/officeDocument/2006/relationships/image" Target="/ppt/media/image23.png" Id="Ra90693e1ae054a69" /><Relationship Type="http://schemas.openxmlformats.org/officeDocument/2006/relationships/image" Target="/ppt/media/image12.png" Id="R26cb3c67baec481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852cc5cc84941" /><Relationship Type="http://schemas.openxmlformats.org/officeDocument/2006/relationships/image" Target="/ppt/media/image26.png" Id="R0670feaaa50f4ded" /><Relationship Type="http://schemas.openxmlformats.org/officeDocument/2006/relationships/image" Target="/ppt/media/image29.png" Id="R2916443efb4940d2" /><Relationship Type="http://schemas.openxmlformats.org/officeDocument/2006/relationships/image" Target="/ppt/media/image30.png" Id="Rae2d822c44b34bb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b1225977c4acf" /><Relationship Type="http://schemas.openxmlformats.org/officeDocument/2006/relationships/image" Target="/ppt/media/image31.png" Id="R2faf041487634ace" /><Relationship Type="http://schemas.openxmlformats.org/officeDocument/2006/relationships/image" Target="/ppt/media/image27.png" Id="R4a64788efd844b9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905525c244163" /><Relationship Type="http://schemas.openxmlformats.org/officeDocument/2006/relationships/image" Target="/ppt/media/image27.png" Id="R2b26cb817296421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fe6894ab44d93" /><Relationship Type="http://schemas.openxmlformats.org/officeDocument/2006/relationships/image" Target="/ppt/media/image27.png" Id="R02411e70cfd9443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9617fc00747ba" /><Relationship Type="http://schemas.openxmlformats.org/officeDocument/2006/relationships/image" Target="/ppt/media/image27.png" Id="R0f0668a4775f4cf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5dbe9a06a4e5f" /><Relationship Type="http://schemas.openxmlformats.org/officeDocument/2006/relationships/image" Target="/ppt/media/image27.png" Id="Re545be5dc86e406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55d29edaa4e97" /><Relationship Type="http://schemas.openxmlformats.org/officeDocument/2006/relationships/image" Target="/ppt/media/image12.png" Id="Rf63a31c0865f454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37b0c27094e8e" /><Relationship Type="http://schemas.openxmlformats.org/officeDocument/2006/relationships/image" Target="/ppt/media/image12.png" Id="R18f6e0eba9e44e0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b6973772b40bd" /><Relationship Type="http://schemas.openxmlformats.org/officeDocument/2006/relationships/image" Target="/ppt/media/image32.png" Id="R911c92f253014893" /><Relationship Type="http://schemas.openxmlformats.org/officeDocument/2006/relationships/image" Target="/ppt/media/image6.png" Id="R1c993a12376e4ef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fbeddda9049ee" /><Relationship Type="http://schemas.openxmlformats.org/officeDocument/2006/relationships/image" Target="/ppt/media/image32.png" Id="Re147296a6cdc443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b9fd86d414caf" /><Relationship Type="http://schemas.openxmlformats.org/officeDocument/2006/relationships/image" Target="/ppt/media/image33.png" Id="R9e83c33afce94283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2db0fbd2746f8" /><Relationship Type="http://schemas.openxmlformats.org/officeDocument/2006/relationships/image" Target="/ppt/media/image33.png" Id="R4b1528fdcade4f03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289d3cf2145c0" /></Relationships>
</file>

<file path=ppt/slideLayouts/slideLayout1.xml><?xml version="1.0" encoding="utf-8"?>
<p:sldLayout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1cfce444e46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133072"/>
            <a:ext cx="6791691" cy="6535793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2BCA485-6927-4646-8288-CB79B707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4313"/>
            <a:ext cx="2930035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B61B75B-EB7B-499D-8334-109864B38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49208" y="3871615"/>
            <a:ext cx="7287114" cy="78187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4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7F86B23C-C8D0-42D6-8087-113F4531C0C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549208" y="5438453"/>
            <a:ext cx="7287114" cy="41033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  <a:endParaRPr/>
          </a:p>
        </p:txBody>
      </p:sp>
      <p:sp>
        <p:nvSpPr>
          <p:cNvPr id="15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0EDBF8AF-810E-4840-ADD0-97F75EF335B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549208" y="4908366"/>
            <a:ext cx="7287114" cy="4103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9FD770-DC7B-44C3-93D8-9D2E439D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484311"/>
            <a:ext cx="666749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EBF71E5B-0890-4ADC-BDAE-2DCCB37BDDC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549208" y="1484311"/>
            <a:ext cx="7287114" cy="238680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</a:t>
            </a:r>
            <a:endParaRPr/>
          </a:p>
          <a:p xmlns:a="http://schemas.openxmlformats.org/drawingml/2006/main">
            <a:pPr lvl="0">
              <a:buNone/>
            </a:pPr>
            <a:r>
              <a:t>输入大标题</a:t>
            </a: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F4B171-F6A9-4994-BD70-FF29E2CE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98" y="1484310"/>
            <a:ext cx="377842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A3F6E1A-F68B-48AF-ABFC-9F65C3A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40" y="1484310"/>
            <a:ext cx="403257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7DBD2B8-013F-44C8-A4FB-A6BE42A8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62781" y="3524086"/>
            <a:ext cx="31700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chemeClr val="bg1">
                    <a:alpha val="22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>
              <a:solidFill>
                <a:schemeClr val="bg1">
                  <a:alpha val="5000"/>
                </a:schemeClr>
              </a:solidFill>
            </a:endParaRPr>
          </a:p>
        </p:txBody>
      </p:sp>
      <p:sp>
        <p:nvSpPr>
          <p:cNvPr id="32" name="Freeform 5">
            <a:extLst xmlns:a="http://schemas.openxmlformats.org/drawingml/2006/main">
              <a:ext uri="{FF2B5EF4-FFF2-40B4-BE49-F238E27FC236}">
                <a16:creationId xmlns:a16="http://schemas.microsoft.com/office/drawing/2014/main" id="{B2F4D0FA-3E5E-401F-9354-C369F5E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836" y="3754011"/>
            <a:ext cx="553866" cy="624535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6">
            <a:extLst xmlns:a="http://schemas.openxmlformats.org/drawingml/2006/main">
              <a:ext uri="{FF2B5EF4-FFF2-40B4-BE49-F238E27FC236}">
                <a16:creationId xmlns:a16="http://schemas.microsoft.com/office/drawing/2014/main" id="{F23B236B-B68C-45BE-907C-0598190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244" y="4788286"/>
            <a:ext cx="318842" cy="479906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7">
            <a:extLst xmlns:a="http://schemas.openxmlformats.org/drawingml/2006/main">
              <a:ext uri="{FF2B5EF4-FFF2-40B4-BE49-F238E27FC236}">
                <a16:creationId xmlns:a16="http://schemas.microsoft.com/office/drawing/2014/main" id="{3D2CEA72-F133-411D-9EA8-2EC4BCD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819" y="2075093"/>
            <a:ext cx="567013" cy="461828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E57A1A-2EA4-4EC0-93EA-79860FDE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795" y="2356134"/>
            <a:ext cx="353356" cy="422384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1E728B7-7861-4108-BD92-AF9A17C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795" y="3175427"/>
            <a:ext cx="116599" cy="254746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94B565C-D7A7-4496-A288-95D71AC4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5639" y="3075173"/>
            <a:ext cx="139699" cy="386227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2AA58D8-B2FB-40C4-BD51-4C15986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670" y="3075173"/>
            <a:ext cx="78099" cy="8217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9">
            <a:extLst xmlns:a="http://schemas.openxmlformats.org/drawingml/2006/main">
              <a:ext uri="{FF2B5EF4-FFF2-40B4-BE49-F238E27FC236}">
                <a16:creationId xmlns:a16="http://schemas.microsoft.com/office/drawing/2014/main" id="{D3FE85BA-9ACE-464D-92AE-6C68586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9362" y="3816020"/>
            <a:ext cx="261319" cy="44375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BA38249-CD8E-4C9E-A863-15BC62D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751" y="3776575"/>
            <a:ext cx="244884" cy="527570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CD8B6C0-E791-4E39-A00F-9DD10025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2850" y="2031918"/>
            <a:ext cx="568656" cy="678774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CDC1097-4321-40DA-92E3-C3DB61D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8985" y="2561131"/>
            <a:ext cx="70671" cy="189005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58C9398-EABA-42F0-B933-891F5C56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3764" y="3075552"/>
            <a:ext cx="253101" cy="32870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7A37C55-7D18-4150-9E8B-AEE9F7BF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5570" y="3157728"/>
            <a:ext cx="128194" cy="243241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1786516-668E-4A54-A18D-989B742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1172" y="3078839"/>
            <a:ext cx="118333" cy="75601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C65DA98-BE31-442A-A896-0B539E20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9191" y="4681014"/>
            <a:ext cx="455488" cy="63768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D1E7515-BFE8-4ACA-9CF7-3AD0394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5316" y="4704373"/>
            <a:ext cx="245264" cy="614327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50d4eed5946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738" y="515429"/>
            <a:ext cx="2295327" cy="504694"/>
          </a:xfrm>
          <a:prstGeom xmlns:a="http://schemas.openxmlformats.org/drawingml/2006/main" prst="rect">
            <a:avLst/>
          </a:prstGeom>
        </p:spPr>
      </p:pic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CCF469D8-0255-429B-8D20-DCC9A84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98" y="1355988"/>
            <a:ext cx="0" cy="458984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直接连接符 42">
            <a:extLst xmlns:a="http://schemas.openxmlformats.org/drawingml/2006/main">
              <a:ext uri="{FF2B5EF4-FFF2-40B4-BE49-F238E27FC236}">
                <a16:creationId xmlns:a16="http://schemas.microsoft.com/office/drawing/2014/main" id="{2B7A4D77-E2E7-49B5-9BCC-C17B83EC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544" y="1400593"/>
            <a:ext cx="0" cy="4545237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4fc7f27e446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33072"/>
            <a:ext cx="6791691" cy="6535793"/>
          </a:xfrm>
          <a:prstGeom xmlns:a="http://schemas.openxmlformats.org/drawingml/2006/main" prst="rect">
            <a:avLst/>
          </a:prstGeom>
        </p:spPr>
      </p:pic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3F4EB04-7B38-4E62-A668-B7D47D9655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16315" y="3871615"/>
            <a:ext cx="7287114" cy="78187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4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C402775-B47D-4DFC-A772-4CACCDE3F71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216315" y="5438453"/>
            <a:ext cx="7287114" cy="41033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  <a:endParaRPr/>
          </a:p>
        </p:txBody>
      </p:sp>
      <p:sp>
        <p:nvSpPr>
          <p:cNvPr id="15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A3E32BB7-9ACB-4FFC-8088-1ECE1081A2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216315" y="4908366"/>
            <a:ext cx="7287114" cy="4103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  <a:endParaRPr/>
          </a:p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5EAA6BD2-253A-44A0-9248-B8A0EBE4818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16315" y="1484311"/>
            <a:ext cx="7287114" cy="226755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  <a:endParaRPr/>
          </a:p>
          <a:p xmlns:a="http://schemas.openxmlformats.org/drawingml/2006/main">
            <a:pPr lvl="0">
              <a:buNone/>
            </a:pPr>
            <a:r>
              <a:t>输入标题</a:t>
            </a: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372709-A6FF-44B5-B868-5822ED12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4311"/>
            <a:ext cx="666749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F509C8-12A1-43B5-A3E3-03A60DDB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61" y="1484310"/>
            <a:ext cx="403257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2C86241-E17B-425B-9924-20837B8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84313"/>
            <a:ext cx="2930035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D5DB5F4-58F8-4D46-95A5-A1D65B9C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428" y="1484310"/>
            <a:ext cx="377842" cy="43644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Freeform 5">
            <a:extLst xmlns:a="http://schemas.openxmlformats.org/drawingml/2006/main">
              <a:ext uri="{FF2B5EF4-FFF2-40B4-BE49-F238E27FC236}">
                <a16:creationId xmlns:a16="http://schemas.microsoft.com/office/drawing/2014/main" id="{10AB6DF9-5C51-4861-A4BD-6F8A8191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6036" y="3754011"/>
            <a:ext cx="553866" cy="624535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6">
            <a:extLst xmlns:a="http://schemas.openxmlformats.org/drawingml/2006/main">
              <a:ext uri="{FF2B5EF4-FFF2-40B4-BE49-F238E27FC236}">
                <a16:creationId xmlns:a16="http://schemas.microsoft.com/office/drawing/2014/main" id="{283B2245-9007-40B9-AE8E-61FDD44D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5444" y="4788286"/>
            <a:ext cx="318842" cy="479906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7">
            <a:extLst xmlns:a="http://schemas.openxmlformats.org/drawingml/2006/main">
              <a:ext uri="{FF2B5EF4-FFF2-40B4-BE49-F238E27FC236}">
                <a16:creationId xmlns:a16="http://schemas.microsoft.com/office/drawing/2014/main" id="{899EAC48-8C73-4AEC-B7EA-7313C1DC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2019" y="2075093"/>
            <a:ext cx="567013" cy="461828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8">
            <a:extLst xmlns:a="http://schemas.openxmlformats.org/drawingml/2006/main">
              <a:ext uri="{FF2B5EF4-FFF2-40B4-BE49-F238E27FC236}">
                <a16:creationId xmlns:a16="http://schemas.microsoft.com/office/drawing/2014/main" id="{E4FF814C-9E66-4249-90BF-3C2CB0EC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1995" y="2356134"/>
            <a:ext cx="353356" cy="422384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6DFBE94-93C2-4B58-8AE9-ECC76E49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1995" y="3175427"/>
            <a:ext cx="116599" cy="254746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DDE823C-40F5-4A81-B0B5-4243DFF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45839" y="3075173"/>
            <a:ext cx="139699" cy="386227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7D693E9-B900-4AF7-B3C3-11734AC9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4870" y="3075173"/>
            <a:ext cx="78099" cy="8217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9">
            <a:extLst xmlns:a="http://schemas.openxmlformats.org/drawingml/2006/main">
              <a:ext uri="{FF2B5EF4-FFF2-40B4-BE49-F238E27FC236}">
                <a16:creationId xmlns:a16="http://schemas.microsoft.com/office/drawing/2014/main" id="{FEEA17D5-8476-4735-9AFC-8CFB52DF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9562" y="3816020"/>
            <a:ext cx="261319" cy="44375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E69F03C-FF9A-4B63-8657-D3145C92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5951" y="3776575"/>
            <a:ext cx="244884" cy="527570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9A9C2D1-0992-48F1-9509-FA6B7D2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3050" y="2031918"/>
            <a:ext cx="568656" cy="678774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7F2C17F-3C5E-49B9-B5F3-D035C9DA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9185" y="2561131"/>
            <a:ext cx="70671" cy="189005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8EAA9F2-58E5-45F0-88DA-0D1DD14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3964" y="3075552"/>
            <a:ext cx="253101" cy="32870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CDAC4BB-1522-486B-93C9-36B33D6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5770" y="3157728"/>
            <a:ext cx="128194" cy="243241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F73501D-2C9E-401A-8BE5-FE0D549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1372" y="3078839"/>
            <a:ext cx="118333" cy="75601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1CDBBFD-6D30-486A-9A7D-3186155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09391" y="4681014"/>
            <a:ext cx="455488" cy="63768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9E459FA-8F79-43E3-9A21-B982B0D3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15516" y="4704373"/>
            <a:ext cx="245264" cy="614327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>
              <a:alpha val="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35105BFA-38CF-4B91-80DA-F72B0B44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443469" y="3524086"/>
            <a:ext cx="31700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chemeClr val="bg1">
                    <a:alpha val="22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>
              <a:solidFill>
                <a:schemeClr val="bg1">
                  <a:alpha val="5000"/>
                </a:schemeClr>
              </a:solidFill>
            </a:endParaRPr>
          </a:p>
        </p:txBody>
      </p:sp>
      <p:pic>
        <p:nvPicPr>
          <p:cNvPr id="73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6b9581162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52633" y="548450"/>
            <a:ext cx="2295327" cy="504694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2EA7617-EE1E-4A8B-ADE8-18C2B8C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49" y="1329225"/>
            <a:ext cx="0" cy="4714736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AD00F43C-B74C-4354-96C2-08EAA70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80160"/>
            <a:ext cx="0" cy="483516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3.xml><?xml version="1.0" encoding="utf-8"?>
<p:sldLayout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-矩形 7">
            <a:extLst xmlns:a="http://schemas.openxmlformats.org/drawingml/2006/main">
              <a:ext uri="{FF2B5EF4-FFF2-40B4-BE49-F238E27FC236}">
                <a16:creationId xmlns:a16="http://schemas.microsoft.com/office/drawing/2014/main" id="{149318AB-0346-47A7-A74F-E5FC6806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PA-矩形 7">
            <a:extLst xmlns:a="http://schemas.openxmlformats.org/drawingml/2006/main">
              <a:ext uri="{FF2B5EF4-FFF2-40B4-BE49-F238E27FC236}">
                <a16:creationId xmlns:a16="http://schemas.microsoft.com/office/drawing/2014/main" id="{EDD7A25F-6D11-441A-976E-7999DCE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just">
              <a:buNone/>
            </a:pPr>
            <a:endParaRPr/>
          </a:p>
        </p:txBody>
      </p:sp>
      <p:sp>
        <p:nvSpPr>
          <p:cNvPr id="8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2447E8B8-4B7B-4A18-AF79-9851704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" y="0"/>
            <a:ext cx="7536857" cy="6858000"/>
          </a:xfrm>
          <a:custGeom xmlns:a="http://schemas.openxmlformats.org/drawingml/2006/main"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xmlns:a="http://schemas.openxmlformats.org/drawingml/2006/main"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 xmlns:a="http://schemas.openxmlformats.org/drawingml/2006/main">
            <a:noFill/>
          </a:ln>
          <a:effectLst xmlns:a="http://schemas.openxmlformats.org/drawingml/2006/main"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269D4E05-4994-4B1E-81AC-90427A1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4" y="0"/>
            <a:ext cx="7536857" cy="6858000"/>
          </a:xfrm>
          <a:custGeom xmlns:a="http://schemas.openxmlformats.org/drawingml/2006/main"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A13F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3DEF8375-6DC6-4E84-A20A-9501BF6D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36857" cy="6858000"/>
          </a:xfrm>
          <a:custGeom xmlns:a="http://schemas.openxmlformats.org/drawingml/2006/main"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任意多边形: 形状 74">
            <a:extLst xmlns:a="http://schemas.openxmlformats.org/drawingml/2006/main">
              <a:ext uri="{FF2B5EF4-FFF2-40B4-BE49-F238E27FC236}">
                <a16:creationId xmlns:a16="http://schemas.microsoft.com/office/drawing/2014/main" id="{86252599-CAFE-4883-BD04-BD47FABF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0400" y="3829587"/>
            <a:ext cx="6489382" cy="193259"/>
          </a:xfrm>
          <a:custGeom xmlns:a="http://schemas.openxmlformats.org/drawingml/2006/main"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12" name="标题 47">
            <a:extLst xmlns:a="http://schemas.openxmlformats.org/drawingml/2006/main">
              <a:ext uri="{FF2B5EF4-FFF2-40B4-BE49-F238E27FC236}">
                <a16:creationId xmlns:a16="http://schemas.microsoft.com/office/drawing/2014/main" id="{D9DC7F98-6CA8-4130-A46B-99EAB65C89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30418" y="2616692"/>
            <a:ext cx="705595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600" b="1" spc="1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请在此输入标题</a:t>
            </a:r>
            <a:br/>
            <a:r>
              <a:t>尽量回车保证标题为两行</a:t>
            </a:r>
            <a:endParaRPr/>
          </a:p>
        </p:txBody>
      </p:sp>
      <p:sp>
        <p:nvSpPr>
          <p:cNvPr id="13" name="文本占位符 87">
            <a:extLst xmlns:a="http://schemas.openxmlformats.org/drawingml/2006/main">
              <a:ext uri="{FF2B5EF4-FFF2-40B4-BE49-F238E27FC236}">
                <a16:creationId xmlns:a16="http://schemas.microsoft.com/office/drawing/2014/main" id="{A16C6FDA-57B1-4FD7-8BB9-140D0B55DDF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54709" y="2352090"/>
            <a:ext cx="5154585" cy="258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>
            <a:lvl1pPr marL="0" indent="0">
              <a:buNone/>
              <a:defRPr sz="12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请在此输入你的副标题</a:t>
            </a:r>
            <a:endParaRPr/>
          </a:p>
        </p:txBody>
      </p:sp>
      <p:sp>
        <p:nvSpPr>
          <p:cNvPr id="14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2BFCCAD2-18A5-4A86-B789-F1BB1FBFC2B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55638" y="4304189"/>
            <a:ext cx="4065361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anchor="ctr">
            <a:spAutoFit/>
          </a:bodyPr>
          <a:lstStyle xmlns:a="http://schemas.openxmlformats.org/drawingml/2006/main">
            <a:lvl1pPr marL="0" indent="0">
              <a:lnSpc>
                <a:spcPct val="130000"/>
              </a:lnSpc>
              <a:buNone/>
              <a:defRPr sz="1400" spc="1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marL="0" lvl="0">
              <a:lnSpc>
                <a:spcPct val="130000"/>
              </a:lnSpc>
              <a:buNone/>
            </a:pPr>
            <a:r>
              <a:t>指导教师： </a:t>
            </a:r>
            <a:r>
              <a:t>XXX	</a:t>
            </a:r>
            <a:r>
              <a:t>答辩学生： 芃苇</a:t>
            </a: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68FFFAD-7C59-48B7-BCE5-CFC50CD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50" y="318256"/>
            <a:ext cx="1899117" cy="792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180000" tIns="180000" rIns="180000" bIns="18000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2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◀ BIT</a:t>
            </a:r>
            <a:r>
              <a:rPr sz="2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 </a:t>
            </a:r>
            <a:r>
              <a:rPr sz="2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▶</a:t>
            </a:r>
            <a:endParaRPr sz="2400" b="1" i="0" spc="100">
              <a:solidFill>
                <a:schemeClr val="accent3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6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fa7215d95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0894" y="-774608"/>
            <a:ext cx="7885491" cy="7588381"/>
          </a:xfrm>
          <a:prstGeom xmlns:a="http://schemas.openxmlformats.org/drawingml/2006/main" prst="rect">
            <a:avLst/>
          </a:prstGeom>
        </p:spPr>
      </p:pic>
      <p:pic>
        <p:nvPicPr>
          <p:cNvPr id="61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44e19caa2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0874" y="2196869"/>
            <a:ext cx="3243162" cy="2464261"/>
          </a:xfrm>
          <a:prstGeom xmlns:a="http://schemas.openxmlformats.org/drawingml/2006/main" prst="rect">
            <a:avLst/>
          </a:prstGeom>
        </p:spPr>
      </p:pic>
      <p:sp>
        <p:nvSpPr>
          <p:cNvPr id="39" name="Freeform 5">
            <a:extLst xmlns:a="http://schemas.openxmlformats.org/drawingml/2006/main">
              <a:ext uri="{FF2B5EF4-FFF2-40B4-BE49-F238E27FC236}">
                <a16:creationId xmlns:a16="http://schemas.microsoft.com/office/drawing/2014/main" id="{35D9C7B5-AF35-4D4A-9F53-3215960C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7043" y="6100626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6">
            <a:extLst xmlns:a="http://schemas.openxmlformats.org/drawingml/2006/main">
              <a:ext uri="{FF2B5EF4-FFF2-40B4-BE49-F238E27FC236}">
                <a16:creationId xmlns:a16="http://schemas.microsoft.com/office/drawing/2014/main" id="{A0552B35-2FAA-4379-A15A-5B23B47B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1233" y="6141753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Freeform 7">
            <a:extLst xmlns:a="http://schemas.openxmlformats.org/drawingml/2006/main">
              <a:ext uri="{FF2B5EF4-FFF2-40B4-BE49-F238E27FC236}">
                <a16:creationId xmlns:a16="http://schemas.microsoft.com/office/drawing/2014/main" id="{6B15AF64-3F77-4A8B-881E-FE66B305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28119" y="6085756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Freeform 8">
            <a:extLst xmlns:a="http://schemas.openxmlformats.org/drawingml/2006/main">
              <a:ext uri="{FF2B5EF4-FFF2-40B4-BE49-F238E27FC236}">
                <a16:creationId xmlns:a16="http://schemas.microsoft.com/office/drawing/2014/main" id="{574BB21B-EF2C-400C-9E81-5DFE0EA4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4308" y="6193952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93B2656-D403-4560-BA46-4FD91DD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7672" y="6185095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4EC8165-B77E-4A10-B7A8-3852CC94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42298" y="6146499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AEEFE45-A0AA-4492-AF7A-AA5197D6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9577" y="6146499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9">
            <a:extLst xmlns:a="http://schemas.openxmlformats.org/drawingml/2006/main">
              <a:ext uri="{FF2B5EF4-FFF2-40B4-BE49-F238E27FC236}">
                <a16:creationId xmlns:a16="http://schemas.microsoft.com/office/drawing/2014/main" id="{BC4559B4-5D37-4054-9FFC-260C114E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5923" y="6131855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3C98F2C-505B-44B7-B50D-C3AA9932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4627" y="6116670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361AEE1-6EA9-4F5E-AE40-8022D382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367" y="6083134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DE798CE-4812-4B38-A14D-75D8B58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476" y="6286870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D694C35-CA8D-4B9D-B1F8-7785578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92" y="6154950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2B82F46-C6D6-4401-96E2-4D30D28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7840" y="6186586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734CD1D-B5AD-4D05-8675-2D518519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945" y="6156215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831E6A-56B9-40F6-89E5-85491603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8634" y="6083135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2F961DA-2D07-4680-AF0F-1CF0420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3996" y="6092127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-矩形 7">
            <a:extLst xmlns:a="http://schemas.openxmlformats.org/drawingml/2006/main">
              <a:ext uri="{FF2B5EF4-FFF2-40B4-BE49-F238E27FC236}">
                <a16:creationId xmlns:a16="http://schemas.microsoft.com/office/drawing/2014/main" id="{28339884-E94B-4C3E-AA58-666189D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3037" y="1"/>
            <a:ext cx="81896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PA-矩形 7">
            <a:extLst xmlns:a="http://schemas.openxmlformats.org/drawingml/2006/main">
              <a:ext uri="{FF2B5EF4-FFF2-40B4-BE49-F238E27FC236}">
                <a16:creationId xmlns:a16="http://schemas.microsoft.com/office/drawing/2014/main" id="{049B1E88-E949-4329-A5D2-8C3F82B6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379387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7EE05831-CB14-47C5-BDD5-59C168A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3037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6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b80a9f95d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10651" y="161103"/>
            <a:ext cx="6791691" cy="6535792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663A1B2-66B1-40B8-9731-84A768FC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FDEF7F72-BD63-49D6-873E-6CB9160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3364" y="3786901"/>
            <a:ext cx="6236023" cy="193259"/>
          </a:xfrm>
          <a:custGeom xmlns:a="http://schemas.openxmlformats.org/drawingml/2006/main"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48" name="标题 47">
            <a:extLst xmlns:a="http://schemas.openxmlformats.org/drawingml/2006/main">
              <a:ext uri="{FF2B5EF4-FFF2-40B4-BE49-F238E27FC236}">
                <a16:creationId xmlns:a16="http://schemas.microsoft.com/office/drawing/2014/main" id="{56C19FDC-7B7C-4426-9FBA-78698CD9B55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13420" y="2558484"/>
            <a:ext cx="6236023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600" b="1" spc="100"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请在此输入标题</a:t>
            </a:r>
            <a:br/>
            <a:r>
              <a:t>尽量回车保证标题为两行</a:t>
            </a:r>
            <a:endParaRPr/>
          </a:p>
        </p:txBody>
      </p:sp>
      <p:sp>
        <p:nvSpPr>
          <p:cNvPr id="60" name="文本占位符 87">
            <a:extLst xmlns:a="http://schemas.openxmlformats.org/drawingml/2006/main">
              <a:ext uri="{FF2B5EF4-FFF2-40B4-BE49-F238E27FC236}">
                <a16:creationId xmlns:a16="http://schemas.microsoft.com/office/drawing/2014/main" id="{56D7198F-3D4E-4F69-BD2B-707F5301D1B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37014" y="2329801"/>
            <a:ext cx="5154585" cy="2585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>
            <a:lvl1pPr marL="0" indent="0">
              <a:buNone/>
              <a:defRPr sz="1200" spc="1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请在此输入你的副标题</a:t>
            </a:r>
            <a:endParaRPr/>
          </a:p>
        </p:txBody>
      </p:sp>
      <p:sp>
        <p:nvSpPr>
          <p:cNvPr id="38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419FD30C-C9DF-46E0-8960-5780A0DB1B8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143364" y="4198880"/>
            <a:ext cx="4065361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anchor="ctr">
            <a:spAutoFit/>
          </a:bodyPr>
          <a:lstStyle xmlns:a="http://schemas.openxmlformats.org/drawingml/2006/main">
            <a:lvl1pPr marL="0" indent="0">
              <a:lnSpc>
                <a:spcPct val="130000"/>
              </a:lnSpc>
              <a:buNone/>
              <a:defRPr sz="1400" spc="1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marL="0" lvl="0">
              <a:lnSpc>
                <a:spcPct val="130000"/>
              </a:lnSpc>
              <a:buNone/>
            </a:pPr>
            <a:r>
              <a:t>指导教师： </a:t>
            </a:r>
            <a:r>
              <a:t>XXX	</a:t>
            </a:r>
            <a:r>
              <a:t>答辩学生： 芃苇</a:t>
            </a:r>
            <a:endParaRPr/>
          </a:p>
        </p:txBody>
      </p:sp>
      <p:pic>
        <p:nvPicPr>
          <p:cNvPr id="72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36099ef38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61" y="2359437"/>
            <a:ext cx="2855386" cy="216961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-矩形 7">
            <a:extLst xmlns:a="http://schemas.openxmlformats.org/drawingml/2006/main">
              <a:ext uri="{FF2B5EF4-FFF2-40B4-BE49-F238E27FC236}">
                <a16:creationId xmlns:a16="http://schemas.microsoft.com/office/drawing/2014/main" id="{CACB8A35-125B-498E-8B64-9C22061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9" name="任意多边形: 形状 118">
            <a:extLst xmlns:a="http://schemas.openxmlformats.org/drawingml/2006/main">
              <a:ext uri="{FF2B5EF4-FFF2-40B4-BE49-F238E27FC236}">
                <a16:creationId xmlns:a16="http://schemas.microsoft.com/office/drawing/2014/main" id="{E301D368-828E-499B-8ED6-3247CACA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6941">
            <a:off x="-628945" y="-604401"/>
            <a:ext cx="12918999" cy="10347422"/>
          </a:xfrm>
          <a:custGeom xmlns:a="http://schemas.openxmlformats.org/drawingml/2006/main"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任意多边形: 形状 105">
            <a:extLst xmlns:a="http://schemas.openxmlformats.org/drawingml/2006/main">
              <a:ext uri="{FF2B5EF4-FFF2-40B4-BE49-F238E27FC236}">
                <a16:creationId xmlns:a16="http://schemas.microsoft.com/office/drawing/2014/main" id="{A91C134C-6B1A-4925-BC95-B766C5A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5786">
            <a:off x="1087929" y="-2969595"/>
            <a:ext cx="10843749" cy="12155155"/>
          </a:xfrm>
          <a:custGeom xmlns:a="http://schemas.openxmlformats.org/drawingml/2006/main"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8" name="任意多边形: 形状 117">
            <a:extLst xmlns:a="http://schemas.openxmlformats.org/drawingml/2006/main">
              <a:ext uri="{FF2B5EF4-FFF2-40B4-BE49-F238E27FC236}">
                <a16:creationId xmlns:a16="http://schemas.microsoft.com/office/drawing/2014/main" id="{9E4EF8A4-2CC4-4F90-9CD8-97614174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6855">
            <a:off x="-307281" y="-539696"/>
            <a:ext cx="12650822" cy="11532482"/>
          </a:xfrm>
          <a:custGeom xmlns:a="http://schemas.openxmlformats.org/drawingml/2006/main"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任意多边形: 形状 83">
            <a:extLst xmlns:a="http://schemas.openxmlformats.org/drawingml/2006/main">
              <a:ext uri="{FF2B5EF4-FFF2-40B4-BE49-F238E27FC236}">
                <a16:creationId xmlns:a16="http://schemas.microsoft.com/office/drawing/2014/main" id="{E286EACB-CAD2-4075-89F4-868D9B1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998308"/>
            <a:ext cx="12191999" cy="3656014"/>
          </a:xfrm>
          <a:custGeom xmlns:a="http://schemas.openxmlformats.org/drawingml/2006/main"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50" name="任意多边形: 形状 83">
            <a:extLst xmlns:a="http://schemas.openxmlformats.org/drawingml/2006/main">
              <a:ext uri="{FF2B5EF4-FFF2-40B4-BE49-F238E27FC236}">
                <a16:creationId xmlns:a16="http://schemas.microsoft.com/office/drawing/2014/main" id="{74CE452F-5BFD-4F84-95A6-B884D6B9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3019587"/>
            <a:ext cx="12191999" cy="3656014"/>
          </a:xfrm>
          <a:custGeom xmlns:a="http://schemas.openxmlformats.org/drawingml/2006/main"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102" name="任意多边形: 形状 101">
            <a:extLst xmlns:a="http://schemas.openxmlformats.org/drawingml/2006/main">
              <a:ext uri="{FF2B5EF4-FFF2-40B4-BE49-F238E27FC236}">
                <a16:creationId xmlns:a16="http://schemas.microsoft.com/office/drawing/2014/main" id="{1F54C67E-6F30-47C3-803E-D0E7D95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76034">
            <a:off x="-1681418" y="5021332"/>
            <a:ext cx="3362838" cy="3410056"/>
          </a:xfrm>
          <a:custGeom xmlns:a="http://schemas.openxmlformats.org/drawingml/2006/main"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任意多边形: 形状 83">
            <a:extLst xmlns:a="http://schemas.openxmlformats.org/drawingml/2006/main">
              <a:ext uri="{FF2B5EF4-FFF2-40B4-BE49-F238E27FC236}">
                <a16:creationId xmlns:a16="http://schemas.microsoft.com/office/drawing/2014/main" id="{DD0C87BD-0515-468F-82CF-FD06A37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1986"/>
            <a:ext cx="12191999" cy="3656014"/>
          </a:xfrm>
          <a:custGeom xmlns:a="http://schemas.openxmlformats.org/drawingml/2006/main"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48" name="标题 47">
            <a:extLst xmlns:a="http://schemas.openxmlformats.org/drawingml/2006/main">
              <a:ext uri="{FF2B5EF4-FFF2-40B4-BE49-F238E27FC236}">
                <a16:creationId xmlns:a16="http://schemas.microsoft.com/office/drawing/2014/main" id="{41CF7CB6-0C5A-4C7E-8746-D4B10E3338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5939" y="3758091"/>
            <a:ext cx="11160124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000" b="1" spc="1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北京理工大学</a:t>
            </a:r>
            <a:br/>
            <a:r>
              <a:t>毕业设计论文答辩模板</a:t>
            </a:r>
            <a:endParaRPr/>
          </a:p>
        </p:txBody>
      </p:sp>
      <p:sp>
        <p:nvSpPr>
          <p:cNvPr id="38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8403AA87-09A3-461C-8106-FD30E4B2624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63320" y="5540739"/>
            <a:ext cx="4065361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anchor="ctr">
            <a:spAutoFit/>
          </a:bodyPr>
          <a:lstStyle xmlns:a="http://schemas.openxmlformats.org/drawingml/2006/main">
            <a:lvl1pPr marL="0" indent="0" algn="ctr">
              <a:lnSpc>
                <a:spcPct val="130000"/>
              </a:lnSpc>
              <a:buNone/>
              <a:defRPr sz="1400" spc="1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marL="0" lvl="0">
              <a:lnSpc>
                <a:spcPct val="130000"/>
              </a:lnSpc>
              <a:buNone/>
            </a:pPr>
            <a:r>
              <a:t>指导教师： </a:t>
            </a:r>
            <a:r>
              <a:t>XXX	</a:t>
            </a:r>
            <a:r>
              <a:t>答辩学生： 芃苇</a:t>
            </a:r>
            <a:endParaRPr/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2D06CCB6-F131-426A-A3F6-60E16922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22" y="5295418"/>
            <a:ext cx="7974957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3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b11d7b53247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6200" y="944838"/>
            <a:ext cx="4510874" cy="1262604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823356A9-FEA3-4E52-A7DA-9173249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4" y="6088688"/>
            <a:ext cx="2156520" cy="61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180000" tIns="180000" rIns="180000" bIns="18000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BIT</a:t>
            </a:r>
            <a:r>
              <a:rPr sz="1400" b="0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 </a:t>
            </a:r>
            <a:r>
              <a:rPr sz="1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|</a:t>
            </a:r>
            <a:r>
              <a:rPr sz="1400" b="0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 </a:t>
            </a:r>
            <a:r>
              <a:rPr sz="1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SINCE 1940</a:t>
            </a:r>
            <a:endParaRPr sz="1400" b="1" i="0" spc="100">
              <a:solidFill>
                <a:schemeClr val="accent3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642854-653B-4911-9024-F1FEB949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8108" y="6327333"/>
            <a:ext cx="148087" cy="16698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Freeform 6">
            <a:extLst xmlns:a="http://schemas.openxmlformats.org/drawingml/2006/main">
              <a:ext uri="{FF2B5EF4-FFF2-40B4-BE49-F238E27FC236}">
                <a16:creationId xmlns:a16="http://schemas.microsoft.com/office/drawing/2014/main" id="{0B42C250-2B2F-4171-ADD4-3510C932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64096" y="6355896"/>
            <a:ext cx="85249" cy="128313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Freeform 7">
            <a:extLst xmlns:a="http://schemas.openxmlformats.org/drawingml/2006/main">
              <a:ext uri="{FF2B5EF4-FFF2-40B4-BE49-F238E27FC236}">
                <a16:creationId xmlns:a16="http://schemas.microsoft.com/office/drawing/2014/main" id="{1A79EDB6-EDC9-40DC-B018-FDEA841C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5205" y="6317006"/>
            <a:ext cx="151603" cy="123480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Freeform 8">
            <a:extLst xmlns:a="http://schemas.openxmlformats.org/drawingml/2006/main">
              <a:ext uri="{FF2B5EF4-FFF2-40B4-BE49-F238E27FC236}">
                <a16:creationId xmlns:a16="http://schemas.microsoft.com/office/drawing/2014/main" id="{CE6E71FE-E4EF-4FB5-BB96-1ACF1A80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7283" y="6392148"/>
            <a:ext cx="94477" cy="11293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48823E3-2D52-4580-8550-A203EDD6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1027" y="6385998"/>
            <a:ext cx="31175" cy="6811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A2166D5-BFB1-4C16-953F-AB4F80F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2855" y="6359192"/>
            <a:ext cx="37351" cy="10326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DE15A62-24AF-4AD8-891D-E575E6E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185" y="6359192"/>
            <a:ext cx="20881" cy="21971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Freeform 9">
            <a:extLst xmlns:a="http://schemas.openxmlformats.org/drawingml/2006/main">
              <a:ext uri="{FF2B5EF4-FFF2-40B4-BE49-F238E27FC236}">
                <a16:creationId xmlns:a16="http://schemas.microsoft.com/office/drawing/2014/main" id="{6D1A63AC-FAB9-4EB1-A46D-A46ABACE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2513" y="6349021"/>
            <a:ext cx="69869" cy="118646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7639E91-E68A-4CE5-9612-CA42EF4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51064" y="6338475"/>
            <a:ext cx="65474" cy="141057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A4CBBB6-22FA-490D-B113-B412F921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83479" y="6315184"/>
            <a:ext cx="152042" cy="181484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40222BE-AA7D-47D8-B853-05EC944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225" y="6456681"/>
            <a:ext cx="18895" cy="50534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84A5D12-6156-4DDB-86A7-C19778C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7548" y="6365060"/>
            <a:ext cx="67671" cy="87885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7CD93E-B878-4592-80EC-239C958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3272" y="6387032"/>
            <a:ext cx="34275" cy="65035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8479156-C020-43E1-98D3-093C897A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3486" y="6365939"/>
            <a:ext cx="31638" cy="20213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A8C7250-4E18-4A7F-BBE6-D40440A4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7474" y="6315185"/>
            <a:ext cx="121784" cy="170498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9368621-3F21-42FE-B8A0-C9F4396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5637" y="6321430"/>
            <a:ext cx="65576" cy="16425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-矩形 7">
            <a:extLst xmlns:a="http://schemas.openxmlformats.org/drawingml/2006/main">
              <a:ext uri="{FF2B5EF4-FFF2-40B4-BE49-F238E27FC236}">
                <a16:creationId xmlns:a16="http://schemas.microsoft.com/office/drawing/2014/main" id="{A741893F-7A30-4FF2-9C30-97242A5E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PA-矩形 7">
            <a:extLst xmlns:a="http://schemas.openxmlformats.org/drawingml/2006/main">
              <a:ext uri="{FF2B5EF4-FFF2-40B4-BE49-F238E27FC236}">
                <a16:creationId xmlns:a16="http://schemas.microsoft.com/office/drawing/2014/main" id="{D552804C-2DAC-46E8-82D3-0938830B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DC482F5F-11BE-424B-913E-3A7A281D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442085" y="3759199"/>
            <a:ext cx="3307830" cy="2335892"/>
          </a:xfrm>
          <a:custGeom xmlns:a="http://schemas.openxmlformats.org/drawingml/2006/main"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11" name="矩形 3">
            <a:extLst xmlns:a="http://schemas.openxmlformats.org/drawingml/2006/main">
              <a:ext uri="{FF2B5EF4-FFF2-40B4-BE49-F238E27FC236}">
                <a16:creationId xmlns:a16="http://schemas.microsoft.com/office/drawing/2014/main" id="{9AEB4516-0C81-42D9-A56C-D0902D24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085" y="1015093"/>
            <a:ext cx="3307830" cy="1428368"/>
          </a:xfrm>
          <a:custGeom xmlns:a="http://schemas.openxmlformats.org/drawingml/2006/main"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12" name="等腰三角形 11">
            <a:extLst xmlns:a="http://schemas.openxmlformats.org/drawingml/2006/main">
              <a:ext uri="{FF2B5EF4-FFF2-40B4-BE49-F238E27FC236}">
                <a16:creationId xmlns:a16="http://schemas.microsoft.com/office/drawing/2014/main" id="{6CAA6A71-EEA0-4933-9CAD-A0B5B939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7269" y="3832178"/>
            <a:ext cx="177462" cy="152984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endParaRPr/>
          </a:p>
        </p:txBody>
      </p:sp>
      <p:pic>
        <p:nvPicPr>
          <p:cNvPr id="1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2ea941141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749" y="1401223"/>
            <a:ext cx="2256308" cy="63154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edfa5873994006"/>
          <a:srcRect xmlns:a="http://schemas.openxmlformats.org/drawingml/2006/main" l="128" t="0" r="2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956" y="0"/>
            <a:ext cx="7888043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196B6BE-4A18-44B6-B5C5-33224A1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b392f32e8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452" y="479393"/>
            <a:ext cx="2203058" cy="616640"/>
          </a:xfrm>
          <a:prstGeom xmlns:a="http://schemas.openxmlformats.org/drawingml/2006/main" prst="rect">
            <a:avLst/>
          </a:prstGeom>
        </p:spPr>
      </p:pic>
      <p:sp>
        <p:nvSpPr>
          <p:cNvPr id="30" name="Freeform 5">
            <a:extLst xmlns:a="http://schemas.openxmlformats.org/drawingml/2006/main">
              <a:ext uri="{FF2B5EF4-FFF2-40B4-BE49-F238E27FC236}">
                <a16:creationId xmlns:a16="http://schemas.microsoft.com/office/drawing/2014/main" id="{63D23CBD-36C2-4AFD-B357-F8C512A7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3496" y="5955549"/>
            <a:ext cx="346000" cy="390148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6">
            <a:extLst xmlns:a="http://schemas.openxmlformats.org/drawingml/2006/main">
              <a:ext uri="{FF2B5EF4-FFF2-40B4-BE49-F238E27FC236}">
                <a16:creationId xmlns:a16="http://schemas.microsoft.com/office/drawing/2014/main" id="{9A3B7D83-A8FF-4221-BBCA-C4B5488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48237" y="6022285"/>
            <a:ext cx="199181" cy="299798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91DF336-1154-471E-B0BD-0596E7CB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5403" y="5931420"/>
            <a:ext cx="354213" cy="28850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0C05656-04BA-4C01-B8DA-2B4C1A18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0352" y="6106988"/>
            <a:ext cx="220742" cy="26386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17A9C11-9217-4C96-BE58-89216AF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6390" y="6092615"/>
            <a:ext cx="72839" cy="159139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197B852-7B7C-4E9B-83DC-7CE88579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7485" y="6029986"/>
            <a:ext cx="87270" cy="24127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6B2DABC-E781-439E-A7AD-F3903CE4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8162" y="6029986"/>
            <a:ext cx="48789" cy="5133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9">
            <a:extLst xmlns:a="http://schemas.openxmlformats.org/drawingml/2006/main">
              <a:ext uri="{FF2B5EF4-FFF2-40B4-BE49-F238E27FC236}">
                <a16:creationId xmlns:a16="http://schemas.microsoft.com/office/drawing/2014/main" id="{068AA58C-41E1-4E6C-9CD7-50C17464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8350" y="6006224"/>
            <a:ext cx="163246" cy="27721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BA87D8B-3909-4AC6-9971-4575F61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8516" y="5981583"/>
            <a:ext cx="152979" cy="32957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CCD36DC-BB9D-44D3-8813-2E91904E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027" y="5927166"/>
            <a:ext cx="355240" cy="424030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65550B0-F29A-40FD-8418-986CEC04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564" y="6257765"/>
            <a:ext cx="44148" cy="118071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A187D7B-4F55-4C2B-9BE9-67518CBB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9646" y="6043699"/>
            <a:ext cx="158112" cy="205341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C4474ED-ED09-4AF0-B7B9-B52584BB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562" y="6095034"/>
            <a:ext cx="80083" cy="15195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3C92ECB-FD9F-4C20-9071-AAB879AC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6791" y="6045752"/>
            <a:ext cx="73922" cy="47228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5412A83-0AB4-43DF-AFC2-82070474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0691" y="5927166"/>
            <a:ext cx="284543" cy="398362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270DA21-DBEE-4070-9F8F-154371D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9577" y="5941758"/>
            <a:ext cx="153216" cy="383770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6be33f02a84a70"/>
          <a:srcRect xmlns:a="http://schemas.openxmlformats.org/drawingml/2006/main" l="15573" t="0" r="1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8678174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26A2D40-7315-49DE-9DC5-91FFA0B2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a59a75ae440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3566" y="501046"/>
            <a:ext cx="2203058" cy="616640"/>
          </a:xfrm>
          <a:prstGeom xmlns:a="http://schemas.openxmlformats.org/drawingml/2006/main" prst="rect">
            <a:avLst/>
          </a:prstGeom>
        </p:spPr>
      </p:pic>
      <p:sp>
        <p:nvSpPr>
          <p:cNvPr id="30" name="Freeform 5">
            <a:extLst xmlns:a="http://schemas.openxmlformats.org/drawingml/2006/main">
              <a:ext uri="{FF2B5EF4-FFF2-40B4-BE49-F238E27FC236}">
                <a16:creationId xmlns:a16="http://schemas.microsoft.com/office/drawing/2014/main" id="{625A533A-372B-4936-A076-494B5F14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0328" y="5955549"/>
            <a:ext cx="346000" cy="390148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6">
            <a:extLst xmlns:a="http://schemas.openxmlformats.org/drawingml/2006/main">
              <a:ext uri="{FF2B5EF4-FFF2-40B4-BE49-F238E27FC236}">
                <a16:creationId xmlns:a16="http://schemas.microsoft.com/office/drawing/2014/main" id="{311FED8A-FF5D-427C-8307-CC066F32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5069" y="6022285"/>
            <a:ext cx="199181" cy="299798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772DC7C-A8D3-4D6A-9923-DF6F58C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2235" y="5931420"/>
            <a:ext cx="354213" cy="28850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8">
            <a:extLst xmlns:a="http://schemas.openxmlformats.org/drawingml/2006/main">
              <a:ext uri="{FF2B5EF4-FFF2-40B4-BE49-F238E27FC236}">
                <a16:creationId xmlns:a16="http://schemas.microsoft.com/office/drawing/2014/main" id="{D5C200E5-8AD7-4BFE-B905-707432D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7184" y="6106988"/>
            <a:ext cx="220742" cy="26386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C2A7BE0-973F-430B-82A3-0736F815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3222" y="6092615"/>
            <a:ext cx="72839" cy="159139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0925AED-EF76-4F11-9B93-E653E5F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4317" y="6029986"/>
            <a:ext cx="87270" cy="24127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B1FC160-896F-4656-8140-171A474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4994" y="6029986"/>
            <a:ext cx="48789" cy="5133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9">
            <a:extLst xmlns:a="http://schemas.openxmlformats.org/drawingml/2006/main">
              <a:ext uri="{FF2B5EF4-FFF2-40B4-BE49-F238E27FC236}">
                <a16:creationId xmlns:a16="http://schemas.microsoft.com/office/drawing/2014/main" id="{AEE08941-023F-42D0-B284-2915185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5182" y="6006224"/>
            <a:ext cx="163246" cy="27721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50B9BEB-F527-4AA6-B723-B5AC3FED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75348" y="5981583"/>
            <a:ext cx="152979" cy="32957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EB110FB-5493-4139-9B94-2D88678F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2859" y="5927166"/>
            <a:ext cx="355240" cy="424030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8E84913-9580-46EF-A667-4D84FD8B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0396" y="6257765"/>
            <a:ext cx="44148" cy="118071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5CA14C3-2311-49FE-9C90-C65CA703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6478" y="6043699"/>
            <a:ext cx="158112" cy="205341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0DD12D1-DF97-48F8-B52A-E785863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6394" y="6095034"/>
            <a:ext cx="80083" cy="15195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6B032A8-1335-493D-A4CD-AAF3ABD5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623" y="6045752"/>
            <a:ext cx="73922" cy="47228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71D183B-06C7-4774-AB8C-CCD55FE6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7523" y="5927166"/>
            <a:ext cx="284543" cy="398362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B7E1234-239E-4398-BC4D-5C917FDA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6409" y="5941758"/>
            <a:ext cx="153216" cy="383770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8e5eba41e846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810" y="7452"/>
            <a:ext cx="7423189" cy="6850548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F7EF189-4956-4C75-8ADB-E771A7DD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0"/>
            <a:ext cx="12192001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Freeform 5">
            <a:extLst xmlns:a="http://schemas.openxmlformats.org/drawingml/2006/main">
              <a:ext uri="{FF2B5EF4-FFF2-40B4-BE49-F238E27FC236}">
                <a16:creationId xmlns:a16="http://schemas.microsoft.com/office/drawing/2014/main" id="{375884D5-7FE8-422D-AC23-50788AE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3496" y="5955549"/>
            <a:ext cx="346000" cy="390148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6">
            <a:extLst xmlns:a="http://schemas.openxmlformats.org/drawingml/2006/main">
              <a:ext uri="{FF2B5EF4-FFF2-40B4-BE49-F238E27FC236}">
                <a16:creationId xmlns:a16="http://schemas.microsoft.com/office/drawing/2014/main" id="{863C605D-AFA0-4511-8EF2-FA1DF6F2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48237" y="6022285"/>
            <a:ext cx="199181" cy="299798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A1701A1-691B-4B07-B6CD-4AF2285D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5403" y="5931420"/>
            <a:ext cx="354213" cy="28850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D8EC37A-4D1D-4240-BA7B-96003B0C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0352" y="6106988"/>
            <a:ext cx="220742" cy="26386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5A796EB-46B9-4B34-B398-C426650D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6390" y="6092615"/>
            <a:ext cx="72839" cy="159139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A4E75B5-6879-4278-B0E7-35F9E20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7485" y="6029986"/>
            <a:ext cx="87270" cy="24127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10268A2-A834-40A2-8EC7-36FB5B83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8162" y="6029986"/>
            <a:ext cx="48789" cy="5133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9">
            <a:extLst xmlns:a="http://schemas.openxmlformats.org/drawingml/2006/main">
              <a:ext uri="{FF2B5EF4-FFF2-40B4-BE49-F238E27FC236}">
                <a16:creationId xmlns:a16="http://schemas.microsoft.com/office/drawing/2014/main" id="{7FC32D0A-3026-4EA5-A622-CCDE758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8350" y="6006224"/>
            <a:ext cx="163246" cy="27721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4264730-84B6-4626-A55D-93355B10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8516" y="5981583"/>
            <a:ext cx="152979" cy="32957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0DDF89C-51D4-4C61-92C4-9EC13F8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027" y="5927166"/>
            <a:ext cx="355240" cy="424030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D0382A8-9AB2-49CD-AB6C-D97A676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564" y="6257765"/>
            <a:ext cx="44148" cy="118071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ABF4CAD-7A41-4991-8C38-4961CE3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9646" y="6043699"/>
            <a:ext cx="158112" cy="205341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1DCCBA7-88F1-48E4-B5FC-1F0250E9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562" y="6095034"/>
            <a:ext cx="80083" cy="15195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0F98D64-FACB-4AC5-BB8A-8B5E747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6791" y="6045752"/>
            <a:ext cx="73922" cy="47228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4B25A5C-5FA6-4528-8C39-EB0D639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0691" y="5927166"/>
            <a:ext cx="284543" cy="398362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81FE429-07A4-48FC-96AD-9535CB9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9577" y="5941758"/>
            <a:ext cx="153216" cy="383770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d77033c0944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452" y="479393"/>
            <a:ext cx="2203058" cy="6166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26e19f788940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414" y="0"/>
            <a:ext cx="8336943" cy="6860043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4A6D4-1A9E-4D8B-B797-0C3C9E8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14" y="0"/>
            <a:ext cx="12202413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Freeform 5">
            <a:extLst xmlns:a="http://schemas.openxmlformats.org/drawingml/2006/main">
              <a:ext uri="{FF2B5EF4-FFF2-40B4-BE49-F238E27FC236}">
                <a16:creationId xmlns:a16="http://schemas.microsoft.com/office/drawing/2014/main" id="{48D9E519-73C6-438E-9576-2A1E40BC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0328" y="5955549"/>
            <a:ext cx="346000" cy="390148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6">
            <a:extLst xmlns:a="http://schemas.openxmlformats.org/drawingml/2006/main">
              <a:ext uri="{FF2B5EF4-FFF2-40B4-BE49-F238E27FC236}">
                <a16:creationId xmlns:a16="http://schemas.microsoft.com/office/drawing/2014/main" id="{DFB2EE51-3296-4546-8FDF-C94966F9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5069" y="6022285"/>
            <a:ext cx="199181" cy="299798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9937007-FC6D-4A6D-94AF-8FC3077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2235" y="5931420"/>
            <a:ext cx="354213" cy="28850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18E4A44-2101-4671-87E1-9F25F8B8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7184" y="6106988"/>
            <a:ext cx="220742" cy="26386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EB7F34D-CA0A-42E1-8928-080F32D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3222" y="6092615"/>
            <a:ext cx="72839" cy="159139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A5BDC1B-54F7-4C45-AAEC-35901A45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4317" y="6029986"/>
            <a:ext cx="87270" cy="24127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C5D970E-4AB7-4E3E-AE61-C5BF6B96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4994" y="6029986"/>
            <a:ext cx="48789" cy="5133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1386FC9-E94A-4546-97B7-CE1698EA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5182" y="6006224"/>
            <a:ext cx="163246" cy="27721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56370EA-3465-494D-9942-D8258375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75348" y="5981583"/>
            <a:ext cx="152979" cy="32957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08ED26B-9E5A-4CBE-A072-9CDEA63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2859" y="5927166"/>
            <a:ext cx="355240" cy="424030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EA1C5BE-8166-4B8F-98FC-2AA12E4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0396" y="6257765"/>
            <a:ext cx="44148" cy="118071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F753881-7B84-4058-972A-992E78B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6478" y="6043699"/>
            <a:ext cx="158112" cy="205341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D89421B-9AEF-4697-BD8A-85FBBF9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6394" y="6095034"/>
            <a:ext cx="80083" cy="15195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FA8860F-3CB3-40EE-8F63-A86AE86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623" y="6045752"/>
            <a:ext cx="73922" cy="47228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B30D3B9-13D2-4ABA-B431-12191D38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7523" y="5927166"/>
            <a:ext cx="284543" cy="398362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C312F2B-5592-4C8E-A7B0-12610A8C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6409" y="5941758"/>
            <a:ext cx="153216" cy="383770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7a84e65b6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3566" y="501046"/>
            <a:ext cx="2203058" cy="6166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ea5d4c07b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352" y="0"/>
            <a:ext cx="12198351" cy="5024521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0A6B10D-66A0-46F1-AF04-93FF835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51" y="0"/>
            <a:ext cx="12198349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A5F9E8B4-AE80-4092-BF4A-4BE72550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550546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83b1febe4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405" y="2402693"/>
            <a:ext cx="4785100" cy="4774940"/>
          </a:xfrm>
          <a:prstGeom xmlns:a="http://schemas.openxmlformats.org/drawingml/2006/main" prst="rect">
            <a:avLst/>
          </a:prstGeom>
        </p:spPr>
      </p:pic>
      <p:pic>
        <p:nvPicPr>
          <p:cNvPr id="19" name="图片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9a9f38c0f54c22"/>
          <a:srcRect xmlns:a="http://schemas.openxmlformats.org/drawingml/2006/main" l="6610" t="0" r="0" b="12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73" y="5340546"/>
            <a:ext cx="6018099" cy="1518363"/>
          </a:xfrm>
          <a:prstGeom xmlns:a="http://schemas.openxmlformats.org/drawingml/2006/main" prst="rect">
            <a:avLst/>
          </a:prstGeom>
        </p:spPr>
      </p:pic>
      <p:pic>
        <p:nvPicPr>
          <p:cNvPr id="20" name="图片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9a9f38c0f54c22"/>
          <a:srcRect xmlns:a="http://schemas.openxmlformats.org/drawingml/2006/main" l="6610" t="0" r="0" b="12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154789" y="5340546"/>
            <a:ext cx="6018099" cy="1518363"/>
          </a:xfrm>
          <a:prstGeom xmlns:a="http://schemas.openxmlformats.org/drawingml/2006/main" prst="rect">
            <a:avLst/>
          </a:prstGeom>
        </p:spPr>
      </p:pic>
      <p:pic>
        <p:nvPicPr>
          <p:cNvPr id="2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0e007050a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8002" y="2568943"/>
            <a:ext cx="2143294" cy="59991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90821a1c5940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702" y="0"/>
            <a:ext cx="12204702" cy="5902493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936486D-BB71-4C81-8836-E9A62D8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12191998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84E91F68-CEE9-4FEB-8729-7200A1C2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62614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8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de64de7f5c4674"/>
          <a:srcRect xmlns:a="http://schemas.openxmlformats.org/drawingml/2006/main" l="6610" t="0" r="0" b="12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V="1">
            <a:off x="14873" y="-15231"/>
            <a:ext cx="6018099" cy="1518363"/>
          </a:xfrm>
          <a:prstGeom xmlns:a="http://schemas.openxmlformats.org/drawingml/2006/main" prst="rect">
            <a:avLst/>
          </a:prstGeom>
        </p:spPr>
      </p:pic>
      <p:pic>
        <p:nvPicPr>
          <p:cNvPr id="49" name="图片 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de64de7f5c4674"/>
          <a:srcRect xmlns:a="http://schemas.openxmlformats.org/drawingml/2006/main" l="6610" t="0" r="0" b="12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 flipV="1">
            <a:off x="6154789" y="-15231"/>
            <a:ext cx="6018099" cy="1518363"/>
          </a:xfrm>
          <a:prstGeom xmlns:a="http://schemas.openxmlformats.org/drawingml/2006/main" prst="rect">
            <a:avLst/>
          </a:prstGeom>
        </p:spPr>
      </p:pic>
      <p:pic>
        <p:nvPicPr>
          <p:cNvPr id="50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daca7bea441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8002" y="2577573"/>
            <a:ext cx="2143294" cy="599913"/>
          </a:xfrm>
          <a:prstGeom xmlns:a="http://schemas.openxmlformats.org/drawingml/2006/main" prst="rect">
            <a:avLst/>
          </a:prstGeom>
        </p:spPr>
      </p:pic>
      <p:sp>
        <p:nvSpPr>
          <p:cNvPr id="32" name="Freeform 5">
            <a:extLst xmlns:a="http://schemas.openxmlformats.org/drawingml/2006/main">
              <a:ext uri="{FF2B5EF4-FFF2-40B4-BE49-F238E27FC236}">
                <a16:creationId xmlns:a16="http://schemas.microsoft.com/office/drawing/2014/main" id="{77C73982-67D2-4115-978B-D6610C4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14" y="5762644"/>
            <a:ext cx="525367" cy="592401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6">
            <a:extLst xmlns:a="http://schemas.openxmlformats.org/drawingml/2006/main">
              <a:ext uri="{FF2B5EF4-FFF2-40B4-BE49-F238E27FC236}">
                <a16:creationId xmlns:a16="http://schemas.microsoft.com/office/drawing/2014/main" id="{1E7235A1-637A-4AA3-A98F-B9054C8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00" y="5863976"/>
            <a:ext cx="302436" cy="455213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7">
            <a:extLst xmlns:a="http://schemas.openxmlformats.org/drawingml/2006/main">
              <a:ext uri="{FF2B5EF4-FFF2-40B4-BE49-F238E27FC236}">
                <a16:creationId xmlns:a16="http://schemas.microsoft.com/office/drawing/2014/main" id="{82CEFC75-C824-4373-B24E-4D435B6D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1893" y="5726008"/>
            <a:ext cx="537838" cy="438065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8">
            <a:extLst xmlns:a="http://schemas.openxmlformats.org/drawingml/2006/main">
              <a:ext uri="{FF2B5EF4-FFF2-40B4-BE49-F238E27FC236}">
                <a16:creationId xmlns:a16="http://schemas.microsoft.com/office/drawing/2014/main" id="{DF72AE53-9A38-46FB-9164-2DDA0746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5696" y="5992589"/>
            <a:ext cx="335174" cy="400650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CB82E0C-F7D8-4CBB-9540-BA32F83B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8512" y="5970765"/>
            <a:ext cx="110599" cy="241637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CCE66EA-7C64-40A8-B8C2-BA3CA0CD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2382" y="5875669"/>
            <a:ext cx="132511" cy="366353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1148E8F-6D7A-4BAA-A8BF-009FA72D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7123" y="5875669"/>
            <a:ext cx="74081" cy="77947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9">
            <a:extLst xmlns:a="http://schemas.openxmlformats.org/drawingml/2006/main">
              <a:ext uri="{FF2B5EF4-FFF2-40B4-BE49-F238E27FC236}">
                <a16:creationId xmlns:a16="http://schemas.microsoft.com/office/drawing/2014/main" id="{B75C82CC-C4CB-4F2F-A7FB-903C1D9F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6526" y="5839588"/>
            <a:ext cx="247873" cy="420916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74E44C5-AFFA-41C0-BBD6-2C4A55A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9722" y="5802173"/>
            <a:ext cx="232284" cy="50042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24F600-DEAA-4F11-9814-0D0078A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0886" y="5719547"/>
            <a:ext cx="539396" cy="643847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DC666D3-3B83-463F-9748-A5C9E85E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8986" y="6221530"/>
            <a:ext cx="67035" cy="179279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296DB3F-D7D3-4A90-97F0-9E28A14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2237" y="5896490"/>
            <a:ext cx="240078" cy="311790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AFFC205-6426-4CE6-9904-B05D787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0639" y="5974437"/>
            <a:ext cx="121598" cy="230724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94B82D5-7921-4C44-81A9-9832C939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2350" y="5899608"/>
            <a:ext cx="112244" cy="71711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807D78E-5AD2-48B5-9117-8D2EE22C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5568" y="5719548"/>
            <a:ext cx="432051" cy="604872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998E85-5484-4336-B060-D146D5B7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1669" y="5741704"/>
            <a:ext cx="232643" cy="582716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1b53ce8a7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29" y="-2924"/>
            <a:ext cx="12193057" cy="3633531"/>
          </a:xfrm>
          <a:prstGeom xmlns:a="http://schemas.openxmlformats.org/drawingml/2006/main" prst="rect">
            <a:avLst/>
          </a:prstGeom>
        </p:spPr>
      </p:pic>
      <p:sp>
        <p:nvSpPr>
          <p:cNvPr id="37" name="任意形状 36">
            <a:extLst xmlns:a="http://schemas.openxmlformats.org/drawingml/2006/main">
              <a:ext uri="{FF2B5EF4-FFF2-40B4-BE49-F238E27FC236}">
                <a16:creationId xmlns:a16="http://schemas.microsoft.com/office/drawing/2014/main" id="{81144A30-3C29-43D7-BDF9-4B01A5E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4112" y="-106934"/>
            <a:ext cx="12468264" cy="3829332"/>
          </a:xfrm>
          <a:custGeom xmlns:a="http://schemas.openxmlformats.org/drawingml/2006/main"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180000" tIns="180000" rIns="180000" bIns="1800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endParaRPr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C4DD004-C90D-4572-8E5E-90BDF21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32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180000" tIns="180000" rIns="180000" bIns="180000" anchor="t">
            <a:normAutofit fontScale="25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endParaRPr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3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7f68f1662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2191" y="3048198"/>
            <a:ext cx="1193467" cy="1192626"/>
          </a:xfrm>
          <a:prstGeom xmlns:a="http://schemas.openxmlformats.org/drawingml/2006/main" prst="rect">
            <a:avLst/>
          </a:prstGeom>
        </p:spPr>
      </p:pic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4AD479D6-C1FC-4B3A-8F6F-E4B9067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4" y="6174148"/>
            <a:ext cx="2156520" cy="61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180000" tIns="180000" rIns="180000" bIns="18000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BIT</a:t>
            </a:r>
            <a:r>
              <a:rPr sz="1400" b="0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 </a:t>
            </a:r>
            <a:r>
              <a:rPr sz="1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|</a:t>
            </a:r>
            <a:r>
              <a:rPr sz="1400" b="0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 </a:t>
            </a:r>
            <a:r>
              <a:rPr sz="1400" b="1" i="0" spc="100">
                <a:solidFill>
                  <a:schemeClr val="accent3"/>
                </a:solidFill>
                <a:latin typeface="+mn-ea"/>
                <a:ea typeface="+mn-ea"/>
                <a:cs typeface="+mn-ea"/>
              </a:rPr>
              <a:t>SINCE 1940</a:t>
            </a:r>
            <a:endParaRPr sz="1400" b="1" i="0" spc="100">
              <a:solidFill>
                <a:schemeClr val="accent3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" name="Freeform 5">
            <a:extLst xmlns:a="http://schemas.openxmlformats.org/drawingml/2006/main">
              <a:ext uri="{FF2B5EF4-FFF2-40B4-BE49-F238E27FC236}">
                <a16:creationId xmlns:a16="http://schemas.microsoft.com/office/drawing/2014/main" id="{8986E633-4D91-4EFB-8BAA-A5B99F6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18108" y="6412793"/>
            <a:ext cx="148087" cy="16698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Freeform 6">
            <a:extLst xmlns:a="http://schemas.openxmlformats.org/drawingml/2006/main">
              <a:ext uri="{FF2B5EF4-FFF2-40B4-BE49-F238E27FC236}">
                <a16:creationId xmlns:a16="http://schemas.microsoft.com/office/drawing/2014/main" id="{A3CEEFC7-AA8B-47D2-9FA2-9E53EFD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64096" y="6441356"/>
            <a:ext cx="85249" cy="128313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Freeform 7">
            <a:extLst xmlns:a="http://schemas.openxmlformats.org/drawingml/2006/main">
              <a:ext uri="{FF2B5EF4-FFF2-40B4-BE49-F238E27FC236}">
                <a16:creationId xmlns:a16="http://schemas.microsoft.com/office/drawing/2014/main" id="{56DA3207-F56E-4E74-B807-85EEA38C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95205" y="6402466"/>
            <a:ext cx="151603" cy="123480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Freeform 8">
            <a:extLst xmlns:a="http://schemas.openxmlformats.org/drawingml/2006/main">
              <a:ext uri="{FF2B5EF4-FFF2-40B4-BE49-F238E27FC236}">
                <a16:creationId xmlns:a16="http://schemas.microsoft.com/office/drawing/2014/main" id="{D09BF168-806F-4DB5-AB1A-79560ED2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7283" y="6477608"/>
            <a:ext cx="94477" cy="11293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7FA05E8-8223-4228-86F2-43BA41D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1027" y="6471458"/>
            <a:ext cx="31175" cy="6811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90464A7-6398-49C7-A1BD-5301B67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2855" y="6444652"/>
            <a:ext cx="37351" cy="10326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3ABBA10-6636-4F06-926F-550EF448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53185" y="6444652"/>
            <a:ext cx="20881" cy="21971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3AFDC5-B14D-4CF8-93FE-5100EAC1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2513" y="6434481"/>
            <a:ext cx="69869" cy="118646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62CAB76-E930-4F99-B2F7-CDC3517A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51064" y="6423935"/>
            <a:ext cx="65474" cy="141057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94AD5C6-3A13-414F-BA46-50F802FC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83479" y="6400644"/>
            <a:ext cx="152042" cy="181484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AC81A23-D9E2-4D8F-81C4-746CC8C2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225" y="6542141"/>
            <a:ext cx="18895" cy="50534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F54A54E-6FD5-4A08-87EA-7784103D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37548" y="6450520"/>
            <a:ext cx="67671" cy="87885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EF7C13B-1F77-4684-8232-1515DA7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3272" y="6472492"/>
            <a:ext cx="34275" cy="65035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EF5FFE3-529B-4AA8-A9D7-3EA9D108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3486" y="6451399"/>
            <a:ext cx="31638" cy="20213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3AF056C-7190-4C67-A152-B5E985F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7474" y="6400645"/>
            <a:ext cx="121784" cy="170498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3448520-8133-47FD-A133-47CC0BDF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5637" y="6406890"/>
            <a:ext cx="65576" cy="16425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433a7c7104b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3057" cy="4066384"/>
          </a:xfrm>
          <a:prstGeom xmlns:a="http://schemas.openxmlformats.org/drawingml/2006/main" prst="rect">
            <a:avLst/>
          </a:prstGeom>
        </p:spPr>
      </p:pic>
      <p:sp>
        <p:nvSpPr>
          <p:cNvPr id="19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2D86A59F-352A-4B79-B65A-01BF44E0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8" y="0"/>
            <a:ext cx="12192001" cy="4066750"/>
          </a:xfrm>
          <a:custGeom xmlns:a="http://schemas.openxmlformats.org/drawingml/2006/main"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 xmlns:a="http://schemas.openxmlformats.org/drawingml/2006/main">
            <a:srgbClr val="006434">
              <a:alpha val="85882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8E2AB4AE-F4B9-48D2-98F6-8BCC35C1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29236"/>
            <a:ext cx="12191985" cy="1809343"/>
          </a:xfrm>
          <a:custGeom xmlns:a="http://schemas.openxmlformats.org/drawingml/2006/main"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E7473432-A0BF-40D4-921E-B36289B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3" y="2315566"/>
            <a:ext cx="11342509" cy="1691715"/>
          </a:xfrm>
          <a:custGeom xmlns:a="http://schemas.openxmlformats.org/drawingml/2006/main"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b7a2e56324d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2990" y="1401505"/>
            <a:ext cx="3746000" cy="104851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c3373a2c2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3057" cy="4066384"/>
          </a:xfrm>
          <a:prstGeom xmlns:a="http://schemas.openxmlformats.org/drawingml/2006/main" prst="rect">
            <a:avLst/>
          </a:prstGeom>
        </p:spPr>
      </p:pic>
      <p:sp>
        <p:nvSpPr>
          <p:cNvPr id="19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7B1CA0A7-4075-4E32-B228-B8B3097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8" y="0"/>
            <a:ext cx="12192001" cy="4066750"/>
          </a:xfrm>
          <a:custGeom xmlns:a="http://schemas.openxmlformats.org/drawingml/2006/main"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 xmlns:a="http://schemas.openxmlformats.org/drawingml/2006/main">
            <a:srgbClr val="006434">
              <a:alpha val="85882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8909B90B-E82E-46FF-A2C5-11E51459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29236"/>
            <a:ext cx="12191985" cy="1809343"/>
          </a:xfrm>
          <a:custGeom xmlns:a="http://schemas.openxmlformats.org/drawingml/2006/main"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A9CE7F74-E022-49F1-8158-CEA880FE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3" y="2315566"/>
            <a:ext cx="11342509" cy="1691715"/>
          </a:xfrm>
          <a:custGeom xmlns:a="http://schemas.openxmlformats.org/drawingml/2006/main"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63132e7d0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3730" y="4619682"/>
            <a:ext cx="3284503" cy="72219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3d2b45277f4bda"/>
          <a:srcRect xmlns:a="http://schemas.openxmlformats.org/drawingml/2006/main" l="0" t="0" r="0" b="7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165" y="0"/>
            <a:ext cx="1219198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DCC3008-0592-4958-9471-93D7C006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" y="1"/>
            <a:ext cx="12191980" cy="685799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>
                  <a:lumMod val="85000"/>
                  <a:alpha val="90000"/>
                </a:schemeClr>
              </a:gs>
              <a:gs pos="50000">
                <a:schemeClr val="accent1">
                  <a:lumMod val="85000"/>
                  <a:alpha val="90000"/>
                </a:schemeClr>
              </a:gs>
              <a:gs pos="100000">
                <a:schemeClr val="accent1">
                  <a:lumMod val="85000"/>
                  <a:alpha val="9000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/>
          </a:p>
        </p:txBody>
      </p:sp>
      <p:sp>
        <p:nvSpPr>
          <p:cNvPr id="6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42628086-850D-43B7-9D60-2B62D71A359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572100" y="3028371"/>
            <a:ext cx="9041450" cy="911074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北京理工大学毕业答辩</a:t>
            </a:r>
            <a:r>
              <a:t>PPT</a:t>
            </a:r>
            <a:r>
              <a:t>模板</a:t>
            </a:r>
            <a:endParaRPr/>
          </a:p>
        </p:txBody>
      </p:sp>
      <p:pic>
        <p:nvPicPr>
          <p:cNvPr id="1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a8a0dad94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7417" y="1018488"/>
            <a:ext cx="4650816" cy="130177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ba19ae9b4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1566"/>
            <a:ext cx="12192000" cy="3244934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2F6BC92-DF56-4F58-95DF-7CC8AEBA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7875"/>
            <a:ext cx="12192000" cy="354012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图片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3f84f21e34b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32" y="109143"/>
            <a:ext cx="2286546" cy="2975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c3e3fde79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285" y="-494144"/>
            <a:ext cx="3165893" cy="412436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等腰三角形 2">
            <a:extLst xmlns:a="http://schemas.openxmlformats.org/drawingml/2006/main">
              <a:ext uri="{FF2B5EF4-FFF2-40B4-BE49-F238E27FC236}">
                <a16:creationId xmlns:a16="http://schemas.microsoft.com/office/drawing/2014/main" id="{AA7DE872-DD66-4753-BCA9-B8F25B9D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0" y="4123423"/>
            <a:ext cx="12192000" cy="9661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  <a:effectLst xmlns:a="http://schemas.openxmlformats.org/drawingml/2006/main">
            <a:outerShdw blurRad="76200" dist="127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9C0B374-AA49-41DA-AF42-6981EFBF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41234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Freeform 5">
            <a:extLst xmlns:a="http://schemas.openxmlformats.org/drawingml/2006/main">
              <a:ext uri="{FF2B5EF4-FFF2-40B4-BE49-F238E27FC236}">
                <a16:creationId xmlns:a16="http://schemas.microsoft.com/office/drawing/2014/main" id="{12D4CEB3-232D-4E79-A800-8E6B95B6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142" y="1927020"/>
            <a:ext cx="666232" cy="751240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6">
            <a:extLst xmlns:a="http://schemas.openxmlformats.org/drawingml/2006/main">
              <a:ext uri="{FF2B5EF4-FFF2-40B4-BE49-F238E27FC236}">
                <a16:creationId xmlns:a16="http://schemas.microsoft.com/office/drawing/2014/main" id="{601037AC-4003-4E9B-AD34-353C2DC7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4819" y="2055521"/>
            <a:ext cx="383527" cy="577268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0CDCD8C-8483-4C2A-B07F-AC62879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5545" y="1880560"/>
            <a:ext cx="682047" cy="555523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6370B0E-CAD9-44B5-AE6B-0ACE0B55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9861" y="2218619"/>
            <a:ext cx="425044" cy="508076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22F8701-8B97-43F4-BC6D-7CB6A590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6484" y="2190943"/>
            <a:ext cx="140254" cy="306427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08C093B-DDB0-40C4-8945-682895F9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9654" y="2070349"/>
            <a:ext cx="168041" cy="464583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FE4C301-CE25-4A77-A9C3-BBB04B2F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6172" y="2070349"/>
            <a:ext cx="93944" cy="98847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5034D8-4F50-4C9E-AC97-C5514533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1639" y="2024595"/>
            <a:ext cx="314335" cy="533776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6E471B8-DEF2-469D-B613-F180949A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0043" y="1977149"/>
            <a:ext cx="294565" cy="634601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302E727-D690-4A5C-809B-C76CCA08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6428" y="1872368"/>
            <a:ext cx="684023" cy="816480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A9F6947-B183-446C-B620-4F5361B0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4238" y="2508946"/>
            <a:ext cx="85009" cy="227349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F8ED698-E1CD-4B3B-83B4-04B2454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456" y="2096754"/>
            <a:ext cx="304449" cy="395389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8C0D18A-8E29-4846-AE5A-C86A76D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5254" y="2195602"/>
            <a:ext cx="154201" cy="292588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E3B6E03-0E86-448B-BA6E-95B9BF9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6193" y="2100708"/>
            <a:ext cx="142340" cy="90939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F7C94BC-4B6A-4A3A-BC5F-6DAFF703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3695" y="1872369"/>
            <a:ext cx="547896" cy="76705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C7A8B16-8FE7-437D-A45A-527E7073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0487" y="1900466"/>
            <a:ext cx="295021" cy="738958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a11c94743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67"/>
            <a:ext cx="5022689" cy="6857433"/>
          </a:xfrm>
          <a:prstGeom xmlns:a="http://schemas.openxmlformats.org/drawingml/2006/main" prst="rect">
            <a:avLst/>
          </a:prstGeom>
        </p:spPr>
      </p:pic>
      <p:sp>
        <p:nvSpPr>
          <p:cNvPr id="3" name="矩形 白1">
            <a:extLst xmlns:a="http://schemas.openxmlformats.org/drawingml/2006/main">
              <a:ext uri="{FF2B5EF4-FFF2-40B4-BE49-F238E27FC236}">
                <a16:creationId xmlns:a16="http://schemas.microsoft.com/office/drawing/2014/main" id="{E906D8D7-000A-44C8-91D9-926A50EE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917658" y="918223"/>
            <a:ext cx="6858002" cy="502269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1CC462D-DE8E-470D-971F-51425FA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9050"/>
            <a:ext cx="12192001" cy="19685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c43566022f4722"/>
          <a:srcRect xmlns:a="http://schemas.openxmlformats.org/drawingml/2006/main" l="0" t="15558" r="0" b="38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12192000" cy="2290219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FAF2563-A58A-4AC5-8F84-5ABC27EF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7884"/>
            <a:ext cx="12192001" cy="229810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9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1ad4313864c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8002" y="973061"/>
            <a:ext cx="2143294" cy="599913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324ADF6-327F-4C17-8C3D-0B401417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1481" y="2289050"/>
            <a:ext cx="12339873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1.xml><?xml version="1.0" encoding="utf-8"?>
<p:sldLayout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-矩形 7">
            <a:extLst xmlns:a="http://schemas.openxmlformats.org/drawingml/2006/main">
              <a:ext uri="{FF2B5EF4-FFF2-40B4-BE49-F238E27FC236}">
                <a16:creationId xmlns:a16="http://schemas.microsoft.com/office/drawing/2014/main" id="{7BFF1CBC-824A-4A35-8935-FB3249ED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PA-矩形 7">
            <a:extLst xmlns:a="http://schemas.openxmlformats.org/drawingml/2006/main">
              <a:ext uri="{FF2B5EF4-FFF2-40B4-BE49-F238E27FC236}">
                <a16:creationId xmlns:a16="http://schemas.microsoft.com/office/drawing/2014/main" id="{584493A7-AC01-43DF-ACC6-1CFC519C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EF625C7-AFBD-4270-B10F-73442337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340" y="1294827"/>
            <a:ext cx="74531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ACF711E7-A87B-45D1-A422-1EF93FF1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340" y="5613415"/>
            <a:ext cx="74531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4" name="图片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637dfb60124320"/>
          <a:srcRect xmlns:a="http://schemas.openxmlformats.org/drawingml/2006/main" l="49471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4506" y="163259"/>
            <a:ext cx="3298317" cy="6531481"/>
          </a:xfrm>
          <a:prstGeom xmlns:a="http://schemas.openxmlformats.org/drawingml/2006/main" prst="rect">
            <a:avLst/>
          </a:prstGeom>
        </p:spPr>
      </p:pic>
      <p:pic>
        <p:nvPicPr>
          <p:cNvPr id="15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637dfb60124320"/>
          <a:srcRect xmlns:a="http://schemas.openxmlformats.org/drawingml/2006/main" l="0" t="0" r="49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8190" y="163258"/>
            <a:ext cx="3269562" cy="653148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91E6107-F991-485E-938C-C35A57A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538864" y="2653429"/>
            <a:ext cx="5229637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0" b="1" spc="50">
                <a:solidFill>
                  <a:schemeClr val="bg1">
                    <a:lumMod val="85000"/>
                  </a:schemeClr>
                </a:solidFill>
                <a:latin typeface="+mj-lt"/>
                <a:ea typeface="+mj-lt"/>
                <a:cs typeface="+mj-lt"/>
              </a:rPr>
              <a:t>Contents</a:t>
            </a:r>
            <a:r>
              <a:rPr sz="4400" b="1" spc="5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■</a:t>
            </a:r>
            <a:endParaRPr sz="4400" b="1" spc="50">
              <a:solidFill>
                <a:schemeClr val="accent4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CB7CE47-8598-424F-9AEB-FB65FC2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49" y="3752395"/>
            <a:ext cx="738664" cy="22467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eaVert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 spc="600">
                <a:solidFill>
                  <a:schemeClr val="accent1"/>
                </a:solidFill>
              </a:rPr>
              <a:t>结构大纲</a:t>
            </a:r>
            <a:endParaRPr sz="3600" b="1" spc="60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B2113CF-D59A-4E88-952A-F91315D3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824" y="6600901"/>
            <a:ext cx="2523448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BEIJING</a:t>
            </a:r>
            <a:r>
              <a:rPr sz="100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INSTITUTE OF TECHNOLOGY</a:t>
            </a:r>
            <a:endParaRPr sz="1000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468301da0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1148" y="78493"/>
            <a:ext cx="2025400" cy="566914"/>
          </a:xfrm>
          <a:prstGeom xmlns:a="http://schemas.openxmlformats.org/drawingml/2006/main" prst="rect">
            <a:avLst/>
          </a:prstGeom>
        </p:spPr>
      </p:pic>
      <p:sp>
        <p:nvSpPr>
          <p:cNvPr id="82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183E35AB-8585-4ED6-AEDB-8DF2DBF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352550" y="-2"/>
            <a:ext cx="13544548" cy="1057277"/>
          </a:xfrm>
          <a:custGeom xmlns:a="http://schemas.openxmlformats.org/drawingml/2006/main"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6" name="图片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468301da0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3498" y="249943"/>
            <a:ext cx="2025400" cy="566914"/>
          </a:xfrm>
          <a:prstGeom xmlns:a="http://schemas.openxmlformats.org/drawingml/2006/main" prst="rect">
            <a:avLst/>
          </a:prstGeom>
        </p:spPr>
      </p:pic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427317A9-1FD6-4FB9-96AB-840EA9B3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88075"/>
            <a:ext cx="12192000" cy="6699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Freeform 5">
            <a:extLst xmlns:a="http://schemas.openxmlformats.org/drawingml/2006/main">
              <a:ext uri="{FF2B5EF4-FFF2-40B4-BE49-F238E27FC236}">
                <a16:creationId xmlns:a16="http://schemas.microsoft.com/office/drawing/2014/main" id="{05CEE872-54ED-41A2-9A4D-4859C8A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4616" y="6417490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Freeform 6">
            <a:extLst xmlns:a="http://schemas.openxmlformats.org/drawingml/2006/main">
              <a:ext uri="{FF2B5EF4-FFF2-40B4-BE49-F238E27FC236}">
                <a16:creationId xmlns:a16="http://schemas.microsoft.com/office/drawing/2014/main" id="{7B8D2FC0-6A3F-4EB3-B3DE-B47C1238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8806" y="6458617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6BAADBB-90AE-4E24-A5DF-146478E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692" y="6402620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0E90DB3-7D4A-4E87-8C84-CB4BEA1A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1881" y="6510816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E3A0397-2B76-459D-8C87-391257FB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5245" y="6501959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A2F36CC-52A1-4DE7-9592-37776398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9871" y="6463363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CEF2236-148B-43E6-A910-310F21D1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27150" y="6463363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A59CD2F-A304-41EF-8A82-7C8BFF84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96" y="6448719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10786B6-B1FA-4533-B61C-93E73EA6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2200" y="6433534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D8FE8A3-A97A-4148-B812-9668E33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40" y="6399998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C73653C-687E-423A-9546-7583899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49" y="6603734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CD7BBF3-7B4E-4713-ABA6-CDAC1F4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765" y="6471814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2A83D6B-71E9-4D5F-AAE1-566F4CF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413" y="6503450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00B80D2-FADC-4661-AC69-53EC2EB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518" y="6473079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C4BA8CF-30DE-4DC1-8BDF-633C2B5F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6207" y="6399999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F692B13-726A-47D3-AD4C-699516E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1569" y="6408991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ae94216b14d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2525" y="0"/>
            <a:ext cx="7030596" cy="6765696"/>
          </a:xfrm>
          <a:prstGeom xmlns:a="http://schemas.openxmlformats.org/drawingml/2006/main" prst="rect">
            <a:avLst/>
          </a:prstGeom>
        </p:spPr>
      </p:pic>
      <p:sp>
        <p:nvSpPr>
          <p:cNvPr id="63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2335349D-76D6-44CF-A9AA-033C1F81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352550" y="-2"/>
            <a:ext cx="13544548" cy="1057277"/>
          </a:xfrm>
          <a:custGeom xmlns:a="http://schemas.openxmlformats.org/drawingml/2006/main"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4" name="图片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9de0aae9749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3498" y="249943"/>
            <a:ext cx="2025400" cy="566914"/>
          </a:xfrm>
          <a:prstGeom xmlns:a="http://schemas.openxmlformats.org/drawingml/2006/main" prst="rect">
            <a:avLst/>
          </a:prstGeom>
        </p:spPr>
      </p:pic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9281B79D-53C1-46B3-B3B5-C54321B0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88075"/>
            <a:ext cx="12192000" cy="6699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Freeform 5">
            <a:extLst xmlns:a="http://schemas.openxmlformats.org/drawingml/2006/main">
              <a:ext uri="{FF2B5EF4-FFF2-40B4-BE49-F238E27FC236}">
                <a16:creationId xmlns:a16="http://schemas.microsoft.com/office/drawing/2014/main" id="{71071154-7617-412C-B822-7E05491A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4616" y="6417490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Freeform 6">
            <a:extLst xmlns:a="http://schemas.openxmlformats.org/drawingml/2006/main">
              <a:ext uri="{FF2B5EF4-FFF2-40B4-BE49-F238E27FC236}">
                <a16:creationId xmlns:a16="http://schemas.microsoft.com/office/drawing/2014/main" id="{541C51F4-35A5-45DD-8DB1-8CEA727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8806" y="6458617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Freeform 7">
            <a:extLst xmlns:a="http://schemas.openxmlformats.org/drawingml/2006/main">
              <a:ext uri="{FF2B5EF4-FFF2-40B4-BE49-F238E27FC236}">
                <a16:creationId xmlns:a16="http://schemas.microsoft.com/office/drawing/2014/main" id="{ED2FE565-A026-4136-A875-3C90D792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692" y="6402620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Freeform 8">
            <a:extLst xmlns:a="http://schemas.openxmlformats.org/drawingml/2006/main">
              <a:ext uri="{FF2B5EF4-FFF2-40B4-BE49-F238E27FC236}">
                <a16:creationId xmlns:a16="http://schemas.microsoft.com/office/drawing/2014/main" id="{A180B0A2-EAEB-41B8-A51E-B258FEF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1881" y="6510816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69F5673-D830-4D3D-B1C1-35030C56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5245" y="6501959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2AA5F41-089A-4F6C-9375-6D858E8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9871" y="6463363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DA57BE6-93CF-4452-81AF-6FE52170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27150" y="6463363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509E4A3-14E7-400D-8C85-48B9587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96" y="6448719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B92A354-442A-4A53-A8C9-2C1031A0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2200" y="6433534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A0EC942-5210-44A4-B471-C090248B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40" y="6399998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997A585-E2AB-46DE-BA05-4B5687A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49" y="6603734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D6F60D1-1580-4307-9B69-C033BAC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765" y="6471814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7EC1D70-7658-4811-B3D4-74711EF5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413" y="6503450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11C6CA8-0255-4F48-AD00-75E311C4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518" y="6473079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97C7157-D90B-4676-B856-0A1F216A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6207" y="6399999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A32BDEB-02F2-48E3-BC72-E9E0683B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1569" y="6408991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椭圆 88">
            <a:extLst xmlns:a="http://schemas.openxmlformats.org/drawingml/2006/main">
              <a:ext uri="{FF2B5EF4-FFF2-40B4-BE49-F238E27FC236}">
                <a16:creationId xmlns:a16="http://schemas.microsoft.com/office/drawing/2014/main" id="{63A54E6C-8900-466F-9842-3F94D23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31113" y="-1541834"/>
            <a:ext cx="8697505" cy="9941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椭圆 87">
            <a:extLst xmlns:a="http://schemas.openxmlformats.org/drawingml/2006/main">
              <a:ext uri="{FF2B5EF4-FFF2-40B4-BE49-F238E27FC236}">
                <a16:creationId xmlns:a16="http://schemas.microsoft.com/office/drawing/2014/main" id="{F4984B75-3247-4D2D-9F61-29DC7593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21339" y="-1541834"/>
            <a:ext cx="8697505" cy="9941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4" name="图片 8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de683c20cd4dfb"/>
          <a:srcRect xmlns:a="http://schemas.openxmlformats.org/drawingml/2006/main" l="18116" t="7030" r="31559" b="11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60196" y="1"/>
            <a:ext cx="5919101" cy="6857999"/>
          </a:xfrm>
        </p:spPr>
      </p:pic>
      <p:sp>
        <p:nvSpPr>
          <p:cNvPr id="86" name="椭圆 85">
            <a:extLst xmlns:a="http://schemas.openxmlformats.org/drawingml/2006/main">
              <a:ext uri="{FF2B5EF4-FFF2-40B4-BE49-F238E27FC236}">
                <a16:creationId xmlns:a16="http://schemas.microsoft.com/office/drawing/2014/main" id="{17BF0955-F2CF-4F66-BCA5-165AA42B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38600" y="-1541834"/>
            <a:ext cx="8697505" cy="9941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alpha val="88000"/>
            </a:schemeClr>
          </a:solidFill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6" name="图片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5c87398c4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7818" y="252089"/>
            <a:ext cx="1969223" cy="4329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5.xml><?xml version="1.0" encoding="utf-8"?>
<p:sldLayout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b25aefca7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9185" y="4400550"/>
            <a:ext cx="4601216" cy="4606655"/>
          </a:xfrm>
          <a:prstGeom xmlns:a="http://schemas.openxmlformats.org/drawingml/2006/main" prst="rect">
            <a:avLst/>
          </a:prstGeom>
        </p:spPr>
      </p:pic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0693e1ae054a69"/>
          <a:srcRect xmlns:a="http://schemas.openxmlformats.org/drawingml/2006/main" l="0" t="-74" r="0" b="12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4400550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996063-6E9E-4A48-96BF-3BE8A45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08331"/>
            <a:ext cx="12192001" cy="19685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74E4A47-2B22-4F45-8C64-DA82545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1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9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b3c67baec48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01847" y="142154"/>
            <a:ext cx="2242503" cy="6276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6.xml><?xml version="1.0" encoding="utf-8"?>
<p:sldLayout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70feaaa50f4ded"/>
          <a:srcRect xmlns:a="http://schemas.openxmlformats.org/drawingml/2006/main" l="29063" t="0" r="32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278" y="0"/>
            <a:ext cx="3933053" cy="6857999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B7EFE7C-C107-429D-B302-D9003735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3914775" cy="6857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79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683C2AA-FBEA-4B72-8ED0-27395DF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3" y="0"/>
            <a:ext cx="392429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62F26FB7-91CA-45FC-877E-2A54A69C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456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等腰三角形 21">
            <a:extLst xmlns:a="http://schemas.openxmlformats.org/drawingml/2006/main">
              <a:ext uri="{FF2B5EF4-FFF2-40B4-BE49-F238E27FC236}">
                <a16:creationId xmlns:a16="http://schemas.microsoft.com/office/drawing/2014/main" id="{13478743-7A12-4CCF-B8F3-007ED198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3951689" y="3377880"/>
            <a:ext cx="142318" cy="122686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21821FC7-F944-4E4E-9555-4194DD1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1505" y="2797003"/>
            <a:ext cx="0" cy="1263995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D4711350-E60E-458E-93CF-7C6BDA2D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41" y="2793542"/>
            <a:ext cx="172703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224032E-30B1-49E7-9EFF-848B65E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67" y="2752385"/>
            <a:ext cx="2197100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5400" spc="600">
                <a:solidFill>
                  <a:schemeClr val="bg1"/>
                </a:solidFill>
                <a:latin typeface="+mn-ea"/>
                <a:ea typeface="+mn-ea"/>
                <a:cs typeface="+mn-ea"/>
              </a:rPr>
              <a:t>目录</a:t>
            </a:r>
            <a:endParaRPr sz="5400" spc="600"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E6A3677-6100-45A1-AA52-D5DA7B9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06" y="3595872"/>
            <a:ext cx="1906502" cy="461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2400">
                <a:solidFill>
                  <a:schemeClr val="bg1"/>
                </a:solidFill>
              </a:rPr>
              <a:t>CONTENTS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E30FD3FF-9FD5-467B-B006-1D3EA5A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41" y="4060998"/>
            <a:ext cx="172703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6443efb4940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54" y="2218510"/>
            <a:ext cx="1715719" cy="480234"/>
          </a:xfrm>
          <a:prstGeom xmlns:a="http://schemas.openxmlformats.org/drawingml/2006/main" prst="rect">
            <a:avLst/>
          </a:prstGeom>
        </p:spPr>
      </p:pic>
      <p:pic>
        <p:nvPicPr>
          <p:cNvPr id="60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d822c44b3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942165"/>
            <a:ext cx="5886450" cy="589340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7.xml><?xml version="1.0" encoding="utf-8"?>
<p:sldLayout xmlns:p="http://schemas.openxmlformats.org/presentationml/2006/main" userDrawn="1">
  <p:cSld name="目录样式6-2">
    <p:bg>
      <p:bgPr>
        <a:gradFill xmlns:a="http://schemas.openxmlformats.org/drawingml/2006/main"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E13567-C7F1-4759-9179-58C3D3C7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f041487634a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3725" y="493231"/>
            <a:ext cx="5251028" cy="5254131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B7B4B0F-1806-47C1-BEA7-01C504B6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0"/>
            <a:ext cx="5248273" cy="6858001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B8C40C3B-7A1C-41E8-8FAB-41352C1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6054314"/>
            <a:ext cx="2014538" cy="143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B2B437F6-2BEA-4BBB-927C-4BCC0799395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342" y="982400"/>
            <a:ext cx="3551237" cy="6069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spc="10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第几部分 </a:t>
            </a:r>
            <a:r>
              <a:t>▶</a:t>
            </a:r>
            <a:endParaRPr/>
          </a:p>
        </p:txBody>
      </p:sp>
      <p:sp>
        <p:nvSpPr>
          <p:cNvPr id="122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76BB2C8-04EF-4066-9893-460EF1B1AEF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0342" y="2742089"/>
            <a:ext cx="7197752" cy="6069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请在此处添加你的标题</a:t>
            </a:r>
            <a:endParaRPr/>
          </a:p>
        </p:txBody>
      </p:sp>
      <p:sp>
        <p:nvSpPr>
          <p:cNvPr id="123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7481FEB0-86CC-4822-AC29-874C260E164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61172" y="3837713"/>
            <a:ext cx="7146922" cy="1522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85750" indent="-285750">
              <a:lnSpc>
                <a:spcPct val="120000"/>
              </a:lnSpc>
              <a:buFont typeface="Arial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buNone/>
            </a:pPr>
            <a:r>
              <a:t>这里可以写一点点文字，介绍此章节主要内容</a:t>
            </a:r>
            <a:endParaRPr/>
          </a:p>
          <a:p xmlns:a="http://schemas.openxmlformats.org/drawingml/2006/main">
            <a:pPr lvl="0">
              <a:buNone/>
            </a:pPr>
            <a:r>
              <a:t>国外现状</a:t>
            </a:r>
            <a:endParaRPr/>
          </a:p>
          <a:p xmlns:a="http://schemas.openxmlformats.org/drawingml/2006/main">
            <a:pPr lvl="0">
              <a:buNone/>
            </a:pPr>
            <a:r>
              <a:t>国内现状</a:t>
            </a:r>
            <a:endParaRPr/>
          </a:p>
          <a:p xmlns:a="http://schemas.openxmlformats.org/drawingml/2006/main">
            <a:pPr lvl="0">
              <a:buNone/>
            </a:pPr>
            <a:r>
              <a:t>…</a:t>
            </a: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783ABB0-BA5F-4EEF-A2CD-333198EA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67300"/>
            <a:ext cx="12192000" cy="6906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0000"/>
              </a:lnSpc>
              <a:buNone/>
            </a:pPr>
            <a:endParaRPr/>
          </a:p>
        </p:txBody>
      </p:sp>
      <p:sp>
        <p:nvSpPr>
          <p:cNvPr id="134" name="Freeform 5">
            <a:extLst xmlns:a="http://schemas.openxmlformats.org/drawingml/2006/main">
              <a:ext uri="{FF2B5EF4-FFF2-40B4-BE49-F238E27FC236}">
                <a16:creationId xmlns:a16="http://schemas.microsoft.com/office/drawing/2014/main" id="{14B80C3B-3074-41AB-9439-CCB6C0E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0991" y="6436614"/>
            <a:ext cx="160649" cy="181148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5" name="Freeform 6">
            <a:extLst xmlns:a="http://schemas.openxmlformats.org/drawingml/2006/main">
              <a:ext uri="{FF2B5EF4-FFF2-40B4-BE49-F238E27FC236}">
                <a16:creationId xmlns:a16="http://schemas.microsoft.com/office/drawing/2014/main" id="{C2857C56-E70F-4937-AA91-F57AD297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7846" y="6467599"/>
            <a:ext cx="92480" cy="139198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F1B99E1D-214D-4C88-9B74-0E6E65DB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15" y="6425410"/>
            <a:ext cx="164463" cy="13395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2" name="Freeform 8">
            <a:extLst xmlns:a="http://schemas.openxmlformats.org/drawingml/2006/main">
              <a:ext uri="{FF2B5EF4-FFF2-40B4-BE49-F238E27FC236}">
                <a16:creationId xmlns:a16="http://schemas.microsoft.com/office/drawing/2014/main" id="{C3EB3700-5E21-4582-A256-43C65595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7014" y="6506927"/>
            <a:ext cx="102491" cy="122513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0B6885F-0098-45B8-9A55-2CE9046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8041" y="6500254"/>
            <a:ext cx="33819" cy="73889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BE6F9C6-641C-41D3-B8E4-CC02678F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4266" y="6471175"/>
            <a:ext cx="40520" cy="112026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7235AE8-CEA1-411B-B848-099963DF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2079" y="6471175"/>
            <a:ext cx="22652" cy="23835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2" name="Freeform 9">
            <a:extLst xmlns:a="http://schemas.openxmlformats.org/drawingml/2006/main">
              <a:ext uri="{FF2B5EF4-FFF2-40B4-BE49-F238E27FC236}">
                <a16:creationId xmlns:a16="http://schemas.microsoft.com/office/drawing/2014/main" id="{00C51D03-B618-4950-9224-BD387DA3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7549" y="6460141"/>
            <a:ext cx="75796" cy="128710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D9C28C7-E34B-448E-BD14-6AFC734A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915" y="6448700"/>
            <a:ext cx="71029" cy="15302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E8BD8E5-E1B8-4204-A5AD-CDBA3DE9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667" y="6423434"/>
            <a:ext cx="164939" cy="196880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1EDAACA-F374-49BC-9570-91220752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954" y="6576934"/>
            <a:ext cx="20498" cy="54821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80B3E86-597C-48AA-832B-F868BBB6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288" y="6477541"/>
            <a:ext cx="73412" cy="95341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8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611256E-1475-4A4D-8072-247765B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3105" y="6501377"/>
            <a:ext cx="37182" cy="7055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9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FE13066-EF6E-4AFC-92B9-1F4CE05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5033" y="6478495"/>
            <a:ext cx="34322" cy="21928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5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67EA5A2-1459-4009-B6E9-EECF0A10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3290" y="6423434"/>
            <a:ext cx="132114" cy="184962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6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4D1FA73-7068-432C-B1ED-664DFFAA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056" y="6430209"/>
            <a:ext cx="71138" cy="178187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9" name="图片 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4788efd844b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3766" y="6386257"/>
            <a:ext cx="1257421" cy="27648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E920CEC5-85E7-4363-984A-ADBBD137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089" y="863157"/>
            <a:ext cx="10318623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417F015-ABD3-41A4-90BC-FA814C35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88075"/>
            <a:ext cx="713296" cy="6699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C759F19-8368-4C24-B264-377BCA2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2" y="0"/>
            <a:ext cx="1048735" cy="8731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D729639-BC89-477B-AC08-CD0F1642DA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6550" y="344317"/>
            <a:ext cx="8643848" cy="48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baseline="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D98B4E-C80A-4E02-AA38-1833E611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1" y="6188075"/>
            <a:ext cx="10844339" cy="6699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F39A7A4-F19C-4D8B-A4A6-1603CBA5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rgbClr val="F2F2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5DBFAC6-BD7F-45C0-A25D-B41A3A8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08" y="-1612"/>
            <a:ext cx="167082" cy="8747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Freeform 5">
            <a:extLst xmlns:a="http://schemas.openxmlformats.org/drawingml/2006/main">
              <a:ext uri="{FF2B5EF4-FFF2-40B4-BE49-F238E27FC236}">
                <a16:creationId xmlns:a16="http://schemas.microsoft.com/office/drawing/2014/main" id="{1646069E-74A9-4145-9E0B-B3C7990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4616" y="6417490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Freeform 6">
            <a:extLst xmlns:a="http://schemas.openxmlformats.org/drawingml/2006/main">
              <a:ext uri="{FF2B5EF4-FFF2-40B4-BE49-F238E27FC236}">
                <a16:creationId xmlns:a16="http://schemas.microsoft.com/office/drawing/2014/main" id="{3310DD42-2E31-4F2F-B871-72A3292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8806" y="6458617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Freeform 7">
            <a:extLst xmlns:a="http://schemas.openxmlformats.org/drawingml/2006/main">
              <a:ext uri="{FF2B5EF4-FFF2-40B4-BE49-F238E27FC236}">
                <a16:creationId xmlns:a16="http://schemas.microsoft.com/office/drawing/2014/main" id="{26D37536-8643-431B-87B8-59075317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692" y="6402620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Freeform 8">
            <a:extLst xmlns:a="http://schemas.openxmlformats.org/drawingml/2006/main">
              <a:ext uri="{FF2B5EF4-FFF2-40B4-BE49-F238E27FC236}">
                <a16:creationId xmlns:a16="http://schemas.microsoft.com/office/drawing/2014/main" id="{28D63F5E-D926-4DC7-81AF-DF0C759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1881" y="6510816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466F368-BD5C-4589-A6B1-0BC0D0B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5245" y="6501959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DB14263-28B7-4C12-B044-303C0F0F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9871" y="6463363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2EF6332-B07D-493F-A322-E8CB7BDA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27150" y="6463363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Freeform 9">
            <a:extLst xmlns:a="http://schemas.openxmlformats.org/drawingml/2006/main">
              <a:ext uri="{FF2B5EF4-FFF2-40B4-BE49-F238E27FC236}">
                <a16:creationId xmlns:a16="http://schemas.microsoft.com/office/drawing/2014/main" id="{CAA8FB8B-561D-4C05-BB43-FD8BD0B9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96" y="6448719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7A5BF9F-40C6-42E1-9ED2-262B26A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2200" y="6433534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B98523-DCE8-481F-9FF4-E6AF3169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40" y="6399998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D55401-83BF-40D5-9729-EDA08C67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49" y="6603734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08248DC-A2AB-42F4-AA9C-B18FC3FF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765" y="6471814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EC4B685-72B8-477E-8190-39DAB9B3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413" y="6503450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9EA225E-D2B5-4F34-B39C-762AB18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518" y="6473079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91A5F13-8E1A-461C-A033-46F834E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6207" y="6399999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02E03DB-6CC1-4445-A231-1FDDE23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1569" y="6408991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6cb8172964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7818" y="347339"/>
            <a:ext cx="1969223" cy="432990"/>
          </a:xfrm>
          <a:prstGeom xmlns:a="http://schemas.openxmlformats.org/drawingml/2006/main" prst="rect">
            <a:avLst/>
          </a:prstGeom>
        </p:spPr>
      </p:pic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3CD89A0C-BF58-4B1E-B7F0-61B8D129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74" y="-17822"/>
            <a:ext cx="0" cy="107941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B173FC63-FBF6-4164-829C-A292D1D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19786"/>
            <a:ext cx="0" cy="7606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9.xml><?xml version="1.0" encoding="utf-8"?>
<p:sldLayout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68FC54-905E-45DD-A7FD-95DB7C49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88075"/>
            <a:ext cx="713296" cy="6699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486330A-7EBD-488E-B823-F2DAFC95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rgbClr val="F2F2F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11e70cfd94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7818" y="347339"/>
            <a:ext cx="1969223" cy="432990"/>
          </a:xfrm>
          <a:prstGeom xmlns:a="http://schemas.openxmlformats.org/drawingml/2006/main" prst="rect">
            <a:avLst/>
          </a:prstGeom>
        </p:spPr>
      </p:pic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04FFB69-BD4F-42DF-BD85-AD3B337B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33167"/>
            <a:ext cx="0" cy="75617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30.xml><?xml version="1.0" encoding="utf-8"?>
<p:sldLayout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0F6219C-83B1-473B-B369-B180E8033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7850" y="249067"/>
            <a:ext cx="8643848" cy="48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baseline="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B1CA2F1-9AF4-46B8-AD14-6DD0140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chemeClr val="accent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Freeform 5">
            <a:extLst xmlns:a="http://schemas.openxmlformats.org/drawingml/2006/main">
              <a:ext uri="{FF2B5EF4-FFF2-40B4-BE49-F238E27FC236}">
                <a16:creationId xmlns:a16="http://schemas.microsoft.com/office/drawing/2014/main" id="{6C3E5AE3-7D1B-4689-AB26-D787818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4616" y="6417490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Freeform 6">
            <a:extLst xmlns:a="http://schemas.openxmlformats.org/drawingml/2006/main">
              <a:ext uri="{FF2B5EF4-FFF2-40B4-BE49-F238E27FC236}">
                <a16:creationId xmlns:a16="http://schemas.microsoft.com/office/drawing/2014/main" id="{81EE966D-FF68-4F8A-A0BB-CA32DED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8806" y="6458617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Freeform 7">
            <a:extLst xmlns:a="http://schemas.openxmlformats.org/drawingml/2006/main">
              <a:ext uri="{FF2B5EF4-FFF2-40B4-BE49-F238E27FC236}">
                <a16:creationId xmlns:a16="http://schemas.microsoft.com/office/drawing/2014/main" id="{2B5BEDF4-9929-4864-B22D-B781FD3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692" y="6402620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Freeform 8">
            <a:extLst xmlns:a="http://schemas.openxmlformats.org/drawingml/2006/main">
              <a:ext uri="{FF2B5EF4-FFF2-40B4-BE49-F238E27FC236}">
                <a16:creationId xmlns:a16="http://schemas.microsoft.com/office/drawing/2014/main" id="{9D3CCB74-F3CC-412C-8436-172F42CF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1881" y="6510816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4EC9ED3-EFF5-4C28-A8C9-DD5C5107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5245" y="6501959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C8205F6-B6CB-4BDF-AC7A-4AD4CBC3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9871" y="6463363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4A18AD1-6896-4D81-8E90-1487134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27150" y="6463363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Freeform 9">
            <a:extLst xmlns:a="http://schemas.openxmlformats.org/drawingml/2006/main">
              <a:ext uri="{FF2B5EF4-FFF2-40B4-BE49-F238E27FC236}">
                <a16:creationId xmlns:a16="http://schemas.microsoft.com/office/drawing/2014/main" id="{4851A7FB-0629-4A4C-B828-E44D1DE5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96" y="6448719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15C1B6E-E154-4B85-AD17-AFE7F42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2200" y="6433534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9A17617-0DE3-4A8F-8232-DA86CBF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40" y="6399998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AE12657-9C36-4331-911A-A719ED2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49" y="6603734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EBFC649-240E-419A-8817-33D9AC6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765" y="6471814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44A1C35-AB2B-435B-AE79-80A8825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413" y="6503450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ED314AD-6654-48F4-9167-6B111914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518" y="6473079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1009AB4-0A8D-42BA-A109-F23BA5A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6207" y="6399999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DBC33DC-A34C-44B2-819C-B257E60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1569" y="6408991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0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668a4775f4c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7818" y="252089"/>
            <a:ext cx="1969223" cy="432990"/>
          </a:xfrm>
          <a:prstGeom xmlns:a="http://schemas.openxmlformats.org/drawingml/2006/main" prst="rect">
            <a:avLst/>
          </a:prstGeom>
        </p:spPr>
      </p:pic>
      <p:sp>
        <p:nvSpPr>
          <p:cNvPr id="85" name="任意多边形: 形状 56">
            <a:extLst xmlns:a="http://schemas.openxmlformats.org/drawingml/2006/main">
              <a:ext uri="{FF2B5EF4-FFF2-40B4-BE49-F238E27FC236}">
                <a16:creationId xmlns:a16="http://schemas.microsoft.com/office/drawing/2014/main" id="{D759E7A8-8F0F-4956-AE7C-0F9070E4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524" y="122428"/>
            <a:ext cx="559928" cy="699303"/>
          </a:xfrm>
          <a:custGeom xmlns:a="http://schemas.openxmlformats.org/drawingml/2006/main"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任意多边形: 形状 57">
            <a:extLst xmlns:a="http://schemas.openxmlformats.org/drawingml/2006/main">
              <a:ext uri="{FF2B5EF4-FFF2-40B4-BE49-F238E27FC236}">
                <a16:creationId xmlns:a16="http://schemas.microsoft.com/office/drawing/2014/main" id="{C01C33CA-CA48-43E6-810A-4D7F708F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309" y="379233"/>
            <a:ext cx="96622" cy="221903"/>
          </a:xfrm>
          <a:custGeom xmlns:a="http://schemas.openxmlformats.org/drawingml/2006/main"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381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3CDE7091-CA62-46FC-AC64-BC836339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821731"/>
            <a:ext cx="1130617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B31924DF-3851-4748-8FCF-D05F0204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1" y="336478"/>
            <a:ext cx="45719" cy="26597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561EDB59-E9FF-4701-9883-1DA0AFF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264275"/>
            <a:ext cx="1130617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31.xml><?xml version="1.0" encoding="utf-8"?>
<p:sldLayout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4AF465C-28AE-4804-B644-7B4E84E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chemeClr val="accent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1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5be5dc86e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7818" y="252089"/>
            <a:ext cx="1969223" cy="432990"/>
          </a:xfrm>
          <a:prstGeom xmlns:a="http://schemas.openxmlformats.org/drawingml/2006/main" prst="rect">
            <a:avLst/>
          </a:prstGeom>
        </p:spPr>
      </p:pic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0DB3C826-0A25-4478-8FD4-F875A0FD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1" y="336478"/>
            <a:ext cx="45719" cy="26597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任意多边形: 形状 77">
            <a:extLst xmlns:a="http://schemas.openxmlformats.org/drawingml/2006/main">
              <a:ext uri="{FF2B5EF4-FFF2-40B4-BE49-F238E27FC236}">
                <a16:creationId xmlns:a16="http://schemas.microsoft.com/office/drawing/2014/main" id="{9D5A03A9-9B4C-4BA0-B63B-0D2199A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4068" y="210207"/>
            <a:ext cx="2789025" cy="573228"/>
          </a:xfrm>
          <a:custGeom xmlns:a="http://schemas.openxmlformats.org/drawingml/2006/main"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>
              <a:shade val="50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/>
          </a:p>
        </p:txBody>
      </p:sp>
      <p:sp>
        <p:nvSpPr>
          <p:cNvPr id="4" name="平行四边形 3">
            <a:extLst xmlns:a="http://schemas.openxmlformats.org/drawingml/2006/main">
              <a:ext uri="{FF2B5EF4-FFF2-40B4-BE49-F238E27FC236}">
                <a16:creationId xmlns:a16="http://schemas.microsoft.com/office/drawing/2014/main" id="{F49AC885-86AF-4508-A526-121AEDF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" y="302341"/>
            <a:ext cx="746398" cy="3421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>
              <a:shade val="50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/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2BC14214-D561-4C0C-9B00-5D477D9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chemeClr val="accent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Freeform 5">
            <a:extLst xmlns:a="http://schemas.openxmlformats.org/drawingml/2006/main">
              <a:ext uri="{FF2B5EF4-FFF2-40B4-BE49-F238E27FC236}">
                <a16:creationId xmlns:a16="http://schemas.microsoft.com/office/drawing/2014/main" id="{2512831A-3619-468E-A017-05060624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4616" y="6417490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Freeform 6">
            <a:extLst xmlns:a="http://schemas.openxmlformats.org/drawingml/2006/main">
              <a:ext uri="{FF2B5EF4-FFF2-40B4-BE49-F238E27FC236}">
                <a16:creationId xmlns:a16="http://schemas.microsoft.com/office/drawing/2014/main" id="{327486DE-F4AA-455B-A480-43DE6F8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8806" y="6458617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0F5A36-C7B8-43AC-8213-3F7C258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5692" y="6402620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Freeform 8">
            <a:extLst xmlns:a="http://schemas.openxmlformats.org/drawingml/2006/main">
              <a:ext uri="{FF2B5EF4-FFF2-40B4-BE49-F238E27FC236}">
                <a16:creationId xmlns:a16="http://schemas.microsoft.com/office/drawing/2014/main" id="{FF54C511-349B-43C5-A3B0-D3B8B61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1881" y="6510816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55B1A0E-F18E-42A8-BAAB-13C2CFF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5245" y="6501959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C43D34D-2BAC-4D73-86E4-389D1A2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9871" y="6463363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5F01E86-D075-4066-A0ED-0CEAD0B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27150" y="6463363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Freeform 9">
            <a:extLst xmlns:a="http://schemas.openxmlformats.org/drawingml/2006/main">
              <a:ext uri="{FF2B5EF4-FFF2-40B4-BE49-F238E27FC236}">
                <a16:creationId xmlns:a16="http://schemas.microsoft.com/office/drawing/2014/main" id="{865FF420-83A8-4CC9-A29C-1E2E3975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96" y="6448719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892FB58-99B3-4D2B-9FDE-3F8741A6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2200" y="6433534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1783042-BFFD-4184-972C-54C96D2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940" y="6399998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88C1593-8C68-4765-884A-1E4B47B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049" y="6603734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52D390E-28BC-44F4-9E27-20F6408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765" y="6471814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EDF94A0-4600-4BDD-943A-F8C42B62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413" y="6503450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7F35AC7-E3A1-4C8B-926F-85A00562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518" y="6473079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1CFCFBD-F4C3-4257-897F-0EE1EC5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6207" y="6399999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49C055A-B780-41C5-BC62-E3FFEC9E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1569" y="6408991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E270624D-E3D3-4F47-AA70-6AE8AFA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264275"/>
            <a:ext cx="1130617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7" name="标题 11">
            <a:extLst xmlns:a="http://schemas.openxmlformats.org/drawingml/2006/main">
              <a:ext uri="{FF2B5EF4-FFF2-40B4-BE49-F238E27FC236}">
                <a16:creationId xmlns:a16="http://schemas.microsoft.com/office/drawing/2014/main" id="{E2C1D94C-7DAB-435F-B512-8F08B1579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249067"/>
            <a:ext cx="8643848" cy="48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baseline="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pic>
        <p:nvPicPr>
          <p:cNvPr id="120" name="图片 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a31c0865f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241566"/>
            <a:ext cx="1819275" cy="50921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3.xml><?xml version="1.0" encoding="utf-8"?>
<p:sldLayout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任意多边形: 形状 77">
            <a:extLst xmlns:a="http://schemas.openxmlformats.org/drawingml/2006/main">
              <a:ext uri="{FF2B5EF4-FFF2-40B4-BE49-F238E27FC236}">
                <a16:creationId xmlns:a16="http://schemas.microsoft.com/office/drawing/2014/main" id="{6421CBD8-20A6-4615-9D43-8AAE3F2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4068" y="210207"/>
            <a:ext cx="2789025" cy="573228"/>
          </a:xfrm>
          <a:custGeom xmlns:a="http://schemas.openxmlformats.org/drawingml/2006/main"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>
              <a:shade val="50000"/>
            </a:schemeClr>
          </a:lnRef>
          <a:fillRef xmlns:a="http://schemas.openxmlformats.org/drawingml/2006/main" idx="1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/>
          </a:p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A4F9DCAE-ABD8-4769-8A87-EC656DA8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chemeClr val="accent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5" name="图片 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6e0eba9e4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241566"/>
            <a:ext cx="1819275" cy="50921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FA6C7724-D245-4F06-B6A5-74D6A1AD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74" y="863157"/>
            <a:ext cx="1050223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0F950F8-1645-4B02-BE48-532787B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88075"/>
            <a:ext cx="713296" cy="6699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9251CB7-D755-4ADE-8860-3A0102B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2" y="0"/>
            <a:ext cx="1048735" cy="8731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5945960F-477D-4542-A2E8-F2C00EA7F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6550" y="344317"/>
            <a:ext cx="8643848" cy="48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baseline="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1294AD-24D4-4CCF-B875-DC9A9473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31" y="6188075"/>
            <a:ext cx="10844339" cy="6699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6F59FB4-89C1-43C0-84ED-BAF71A4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rgbClr val="F2F2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B017C360-8713-49AD-8551-DDB1F9DB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88075"/>
            <a:ext cx="0" cy="66558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c92f25301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1715" y="214313"/>
            <a:ext cx="1864408" cy="690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93a12376e4e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" y="6269038"/>
            <a:ext cx="1817688" cy="50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5.xml><?xml version="1.0" encoding="utf-8"?>
<p:sldLayout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E536A0CA-716F-4D41-9197-F81DF5C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149" y="863157"/>
            <a:ext cx="1683563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270B3ED-35A0-4377-92D8-3B647A27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88075"/>
            <a:ext cx="713296" cy="6699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F0A5B6E-01C6-4C57-A824-956CB9A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rgbClr val="F2F2F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773D3A5C-DB64-4F53-B41F-06B4AD2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416" y="6188075"/>
            <a:ext cx="0" cy="66558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7296a6cdc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1715" y="214313"/>
            <a:ext cx="1864408" cy="6905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6.xml><?xml version="1.0" encoding="utf-8"?>
<p:sldLayout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BD0C445B-DF7B-44D8-8711-642B66ACF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9863" y="249067"/>
            <a:ext cx="8643848" cy="480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baseline="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90F9486-D4A1-4C48-927F-4460DC82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chemeClr val="accent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Freeform 5">
            <a:extLst xmlns:a="http://schemas.openxmlformats.org/drawingml/2006/main">
              <a:ext uri="{FF2B5EF4-FFF2-40B4-BE49-F238E27FC236}">
                <a16:creationId xmlns:a16="http://schemas.microsoft.com/office/drawing/2014/main" id="{09B3143D-8366-44BB-A2DB-7A40B11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88416" y="6417490"/>
            <a:ext cx="213226" cy="240433"/>
          </a:xfrm>
          <a:custGeom xmlns:a="http://schemas.openxmlformats.org/drawingml/2006/main">
            <a:gdLst>
              <a:gd name="T0" fmla="*/ 41 w 125"/>
              <a:gd name="T1" fmla="*/ 16 h 142"/>
              <a:gd name="T2" fmla="*/ 49 w 125"/>
              <a:gd name="T3" fmla="*/ 3 h 142"/>
              <a:gd name="T4" fmla="*/ 62 w 125"/>
              <a:gd name="T5" fmla="*/ 20 h 142"/>
              <a:gd name="T6" fmla="*/ 64 w 125"/>
              <a:gd name="T7" fmla="*/ 33 h 142"/>
              <a:gd name="T8" fmla="*/ 50 w 125"/>
              <a:gd name="T9" fmla="*/ 34 h 142"/>
              <a:gd name="T10" fmla="*/ 58 w 125"/>
              <a:gd name="T11" fmla="*/ 58 h 142"/>
              <a:gd name="T12" fmla="*/ 75 w 125"/>
              <a:gd name="T13" fmla="*/ 59 h 142"/>
              <a:gd name="T14" fmla="*/ 71 w 125"/>
              <a:gd name="T15" fmla="*/ 50 h 142"/>
              <a:gd name="T16" fmla="*/ 81 w 125"/>
              <a:gd name="T17" fmla="*/ 47 h 142"/>
              <a:gd name="T18" fmla="*/ 65 w 125"/>
              <a:gd name="T19" fmla="*/ 42 h 142"/>
              <a:gd name="T20" fmla="*/ 63 w 125"/>
              <a:gd name="T21" fmla="*/ 37 h 142"/>
              <a:gd name="T22" fmla="*/ 85 w 125"/>
              <a:gd name="T23" fmla="*/ 27 h 142"/>
              <a:gd name="T24" fmla="*/ 93 w 125"/>
              <a:gd name="T25" fmla="*/ 2 h 142"/>
              <a:gd name="T26" fmla="*/ 99 w 125"/>
              <a:gd name="T27" fmla="*/ 5 h 142"/>
              <a:gd name="T28" fmla="*/ 111 w 125"/>
              <a:gd name="T29" fmla="*/ 30 h 142"/>
              <a:gd name="T30" fmla="*/ 102 w 125"/>
              <a:gd name="T31" fmla="*/ 34 h 142"/>
              <a:gd name="T32" fmla="*/ 95 w 125"/>
              <a:gd name="T33" fmla="*/ 59 h 142"/>
              <a:gd name="T34" fmla="*/ 123 w 125"/>
              <a:gd name="T35" fmla="*/ 61 h 142"/>
              <a:gd name="T36" fmla="*/ 110 w 125"/>
              <a:gd name="T37" fmla="*/ 71 h 142"/>
              <a:gd name="T38" fmla="*/ 104 w 125"/>
              <a:gd name="T39" fmla="*/ 82 h 142"/>
              <a:gd name="T40" fmla="*/ 112 w 125"/>
              <a:gd name="T41" fmla="*/ 134 h 142"/>
              <a:gd name="T42" fmla="*/ 102 w 125"/>
              <a:gd name="T43" fmla="*/ 140 h 142"/>
              <a:gd name="T44" fmla="*/ 89 w 125"/>
              <a:gd name="T45" fmla="*/ 123 h 142"/>
              <a:gd name="T46" fmla="*/ 101 w 125"/>
              <a:gd name="T47" fmla="*/ 128 h 142"/>
              <a:gd name="T48" fmla="*/ 101 w 125"/>
              <a:gd name="T49" fmla="*/ 92 h 142"/>
              <a:gd name="T50" fmla="*/ 97 w 125"/>
              <a:gd name="T51" fmla="*/ 99 h 142"/>
              <a:gd name="T52" fmla="*/ 90 w 125"/>
              <a:gd name="T53" fmla="*/ 103 h 142"/>
              <a:gd name="T54" fmla="*/ 86 w 125"/>
              <a:gd name="T55" fmla="*/ 110 h 142"/>
              <a:gd name="T56" fmla="*/ 81 w 125"/>
              <a:gd name="T57" fmla="*/ 120 h 142"/>
              <a:gd name="T58" fmla="*/ 88 w 125"/>
              <a:gd name="T59" fmla="*/ 71 h 142"/>
              <a:gd name="T60" fmla="*/ 60 w 125"/>
              <a:gd name="T61" fmla="*/ 87 h 142"/>
              <a:gd name="T62" fmla="*/ 53 w 125"/>
              <a:gd name="T63" fmla="*/ 89 h 142"/>
              <a:gd name="T64" fmla="*/ 51 w 125"/>
              <a:gd name="T65" fmla="*/ 128 h 142"/>
              <a:gd name="T66" fmla="*/ 43 w 125"/>
              <a:gd name="T67" fmla="*/ 134 h 142"/>
              <a:gd name="T68" fmla="*/ 39 w 125"/>
              <a:gd name="T69" fmla="*/ 107 h 142"/>
              <a:gd name="T70" fmla="*/ 33 w 125"/>
              <a:gd name="T71" fmla="*/ 114 h 142"/>
              <a:gd name="T72" fmla="*/ 17 w 125"/>
              <a:gd name="T73" fmla="*/ 108 h 142"/>
              <a:gd name="T74" fmla="*/ 5 w 125"/>
              <a:gd name="T75" fmla="*/ 81 h 142"/>
              <a:gd name="T76" fmla="*/ 34 w 125"/>
              <a:gd name="T77" fmla="*/ 56 h 142"/>
              <a:gd name="T78" fmla="*/ 38 w 125"/>
              <a:gd name="T79" fmla="*/ 33 h 142"/>
              <a:gd name="T80" fmla="*/ 22 w 125"/>
              <a:gd name="T81" fmla="*/ 55 h 142"/>
              <a:gd name="T82" fmla="*/ 14 w 125"/>
              <a:gd name="T83" fmla="*/ 55 h 142"/>
              <a:gd name="T84" fmla="*/ 11 w 125"/>
              <a:gd name="T85" fmla="*/ 36 h 142"/>
              <a:gd name="T86" fmla="*/ 32 w 125"/>
              <a:gd name="T87" fmla="*/ 22 h 142"/>
              <a:gd name="T88" fmla="*/ 28 w 125"/>
              <a:gd name="T89" fmla="*/ 33 h 142"/>
            </a:gdLst>
            <a:rect l="0" t="0" r="r" b="b"/>
            <a:pathLst>
              <a:path w="125" h="142">
                <a:moveTo>
                  <a:pt x="28" y="33"/>
                </a:moveTo>
                <a:cubicBezTo>
                  <a:pt x="35" y="29"/>
                  <a:pt x="41" y="25"/>
                  <a:pt x="41" y="16"/>
                </a:cubicBezTo>
                <a:cubicBezTo>
                  <a:pt x="41" y="13"/>
                  <a:pt x="43" y="9"/>
                  <a:pt x="44" y="6"/>
                </a:cubicBezTo>
                <a:cubicBezTo>
                  <a:pt x="45" y="5"/>
                  <a:pt x="48" y="3"/>
                  <a:pt x="49" y="3"/>
                </a:cubicBezTo>
                <a:cubicBezTo>
                  <a:pt x="54" y="4"/>
                  <a:pt x="59" y="9"/>
                  <a:pt x="59" y="15"/>
                </a:cubicBezTo>
                <a:cubicBezTo>
                  <a:pt x="59" y="18"/>
                  <a:pt x="60" y="19"/>
                  <a:pt x="62" y="20"/>
                </a:cubicBezTo>
                <a:cubicBezTo>
                  <a:pt x="65" y="22"/>
                  <a:pt x="68" y="25"/>
                  <a:pt x="69" y="28"/>
                </a:cubicBezTo>
                <a:cubicBezTo>
                  <a:pt x="71" y="32"/>
                  <a:pt x="68" y="34"/>
                  <a:pt x="64" y="33"/>
                </a:cubicBezTo>
                <a:cubicBezTo>
                  <a:pt x="62" y="32"/>
                  <a:pt x="60" y="31"/>
                  <a:pt x="57" y="30"/>
                </a:cubicBezTo>
                <a:cubicBezTo>
                  <a:pt x="53" y="28"/>
                  <a:pt x="51" y="29"/>
                  <a:pt x="50" y="34"/>
                </a:cubicBezTo>
                <a:cubicBezTo>
                  <a:pt x="48" y="45"/>
                  <a:pt x="46" y="56"/>
                  <a:pt x="52" y="66"/>
                </a:cubicBezTo>
                <a:cubicBezTo>
                  <a:pt x="54" y="64"/>
                  <a:pt x="56" y="62"/>
                  <a:pt x="58" y="58"/>
                </a:cubicBezTo>
                <a:cubicBezTo>
                  <a:pt x="61" y="62"/>
                  <a:pt x="63" y="65"/>
                  <a:pt x="65" y="69"/>
                </a:cubicBezTo>
                <a:cubicBezTo>
                  <a:pt x="68" y="66"/>
                  <a:pt x="72" y="62"/>
                  <a:pt x="75" y="59"/>
                </a:cubicBezTo>
                <a:cubicBezTo>
                  <a:pt x="76" y="58"/>
                  <a:pt x="75" y="56"/>
                  <a:pt x="75" y="55"/>
                </a:cubicBezTo>
                <a:cubicBezTo>
                  <a:pt x="74" y="53"/>
                  <a:pt x="71" y="51"/>
                  <a:pt x="71" y="50"/>
                </a:cubicBezTo>
                <a:cubicBezTo>
                  <a:pt x="72" y="47"/>
                  <a:pt x="75" y="46"/>
                  <a:pt x="78" y="47"/>
                </a:cubicBezTo>
                <a:cubicBezTo>
                  <a:pt x="79" y="47"/>
                  <a:pt x="80" y="47"/>
                  <a:pt x="81" y="47"/>
                </a:cubicBezTo>
                <a:cubicBezTo>
                  <a:pt x="81" y="44"/>
                  <a:pt x="82" y="40"/>
                  <a:pt x="83" y="35"/>
                </a:cubicBezTo>
                <a:cubicBezTo>
                  <a:pt x="76" y="38"/>
                  <a:pt x="71" y="40"/>
                  <a:pt x="65" y="42"/>
                </a:cubicBezTo>
                <a:cubicBezTo>
                  <a:pt x="61" y="44"/>
                  <a:pt x="60" y="44"/>
                  <a:pt x="57" y="40"/>
                </a:cubicBezTo>
                <a:cubicBezTo>
                  <a:pt x="59" y="39"/>
                  <a:pt x="61" y="38"/>
                  <a:pt x="63" y="37"/>
                </a:cubicBezTo>
                <a:cubicBezTo>
                  <a:pt x="69" y="35"/>
                  <a:pt x="75" y="33"/>
                  <a:pt x="81" y="30"/>
                </a:cubicBezTo>
                <a:cubicBezTo>
                  <a:pt x="83" y="30"/>
                  <a:pt x="84" y="28"/>
                  <a:pt x="85" y="27"/>
                </a:cubicBezTo>
                <a:cubicBezTo>
                  <a:pt x="87" y="21"/>
                  <a:pt x="88" y="14"/>
                  <a:pt x="90" y="8"/>
                </a:cubicBezTo>
                <a:cubicBezTo>
                  <a:pt x="90" y="6"/>
                  <a:pt x="92" y="3"/>
                  <a:pt x="93" y="2"/>
                </a:cubicBezTo>
                <a:cubicBezTo>
                  <a:pt x="94" y="0"/>
                  <a:pt x="96" y="0"/>
                  <a:pt x="98" y="0"/>
                </a:cubicBezTo>
                <a:cubicBezTo>
                  <a:pt x="98" y="1"/>
                  <a:pt x="99" y="4"/>
                  <a:pt x="99" y="5"/>
                </a:cubicBezTo>
                <a:cubicBezTo>
                  <a:pt x="93" y="12"/>
                  <a:pt x="94" y="20"/>
                  <a:pt x="92" y="28"/>
                </a:cubicBezTo>
                <a:cubicBezTo>
                  <a:pt x="98" y="31"/>
                  <a:pt x="105" y="25"/>
                  <a:pt x="111" y="30"/>
                </a:cubicBezTo>
                <a:cubicBezTo>
                  <a:pt x="109" y="33"/>
                  <a:pt x="107" y="36"/>
                  <a:pt x="103" y="35"/>
                </a:cubicBezTo>
                <a:cubicBezTo>
                  <a:pt x="103" y="34"/>
                  <a:pt x="102" y="34"/>
                  <a:pt x="102" y="34"/>
                </a:cubicBezTo>
                <a:cubicBezTo>
                  <a:pt x="92" y="34"/>
                  <a:pt x="88" y="39"/>
                  <a:pt x="90" y="49"/>
                </a:cubicBezTo>
                <a:cubicBezTo>
                  <a:pt x="91" y="52"/>
                  <a:pt x="93" y="55"/>
                  <a:pt x="95" y="59"/>
                </a:cubicBezTo>
                <a:cubicBezTo>
                  <a:pt x="99" y="59"/>
                  <a:pt x="104" y="58"/>
                  <a:pt x="109" y="57"/>
                </a:cubicBezTo>
                <a:cubicBezTo>
                  <a:pt x="114" y="56"/>
                  <a:pt x="119" y="58"/>
                  <a:pt x="123" y="61"/>
                </a:cubicBezTo>
                <a:cubicBezTo>
                  <a:pt x="125" y="63"/>
                  <a:pt x="125" y="66"/>
                  <a:pt x="122" y="67"/>
                </a:cubicBezTo>
                <a:cubicBezTo>
                  <a:pt x="118" y="69"/>
                  <a:pt x="114" y="71"/>
                  <a:pt x="110" y="71"/>
                </a:cubicBezTo>
                <a:cubicBezTo>
                  <a:pt x="103" y="70"/>
                  <a:pt x="99" y="75"/>
                  <a:pt x="95" y="79"/>
                </a:cubicBezTo>
                <a:cubicBezTo>
                  <a:pt x="98" y="80"/>
                  <a:pt x="102" y="80"/>
                  <a:pt x="104" y="82"/>
                </a:cubicBezTo>
                <a:cubicBezTo>
                  <a:pt x="106" y="83"/>
                  <a:pt x="108" y="86"/>
                  <a:pt x="109" y="88"/>
                </a:cubicBezTo>
                <a:cubicBezTo>
                  <a:pt x="110" y="104"/>
                  <a:pt x="111" y="119"/>
                  <a:pt x="112" y="134"/>
                </a:cubicBezTo>
                <a:cubicBezTo>
                  <a:pt x="112" y="137"/>
                  <a:pt x="110" y="140"/>
                  <a:pt x="110" y="142"/>
                </a:cubicBezTo>
                <a:cubicBezTo>
                  <a:pt x="107" y="141"/>
                  <a:pt x="104" y="141"/>
                  <a:pt x="102" y="140"/>
                </a:cubicBezTo>
                <a:cubicBezTo>
                  <a:pt x="97" y="136"/>
                  <a:pt x="93" y="131"/>
                  <a:pt x="90" y="127"/>
                </a:cubicBezTo>
                <a:cubicBezTo>
                  <a:pt x="89" y="126"/>
                  <a:pt x="89" y="124"/>
                  <a:pt x="89" y="123"/>
                </a:cubicBezTo>
                <a:cubicBezTo>
                  <a:pt x="92" y="125"/>
                  <a:pt x="96" y="127"/>
                  <a:pt x="100" y="130"/>
                </a:cubicBezTo>
                <a:cubicBezTo>
                  <a:pt x="100" y="129"/>
                  <a:pt x="101" y="129"/>
                  <a:pt x="101" y="128"/>
                </a:cubicBezTo>
                <a:cubicBezTo>
                  <a:pt x="101" y="121"/>
                  <a:pt x="101" y="113"/>
                  <a:pt x="101" y="105"/>
                </a:cubicBezTo>
                <a:cubicBezTo>
                  <a:pt x="101" y="101"/>
                  <a:pt x="101" y="96"/>
                  <a:pt x="101" y="92"/>
                </a:cubicBezTo>
                <a:cubicBezTo>
                  <a:pt x="99" y="85"/>
                  <a:pt x="96" y="84"/>
                  <a:pt x="90" y="90"/>
                </a:cubicBezTo>
                <a:cubicBezTo>
                  <a:pt x="92" y="93"/>
                  <a:pt x="97" y="93"/>
                  <a:pt x="97" y="99"/>
                </a:cubicBezTo>
                <a:cubicBezTo>
                  <a:pt x="94" y="98"/>
                  <a:pt x="91" y="97"/>
                  <a:pt x="88" y="96"/>
                </a:cubicBezTo>
                <a:cubicBezTo>
                  <a:pt x="84" y="100"/>
                  <a:pt x="84" y="101"/>
                  <a:pt x="90" y="103"/>
                </a:cubicBezTo>
                <a:cubicBezTo>
                  <a:pt x="95" y="106"/>
                  <a:pt x="98" y="111"/>
                  <a:pt x="96" y="112"/>
                </a:cubicBezTo>
                <a:cubicBezTo>
                  <a:pt x="92" y="115"/>
                  <a:pt x="89" y="112"/>
                  <a:pt x="86" y="110"/>
                </a:cubicBezTo>
                <a:cubicBezTo>
                  <a:pt x="85" y="110"/>
                  <a:pt x="84" y="109"/>
                  <a:pt x="83" y="108"/>
                </a:cubicBezTo>
                <a:cubicBezTo>
                  <a:pt x="82" y="112"/>
                  <a:pt x="82" y="116"/>
                  <a:pt x="81" y="120"/>
                </a:cubicBezTo>
                <a:cubicBezTo>
                  <a:pt x="74" y="118"/>
                  <a:pt x="72" y="114"/>
                  <a:pt x="73" y="108"/>
                </a:cubicBezTo>
                <a:cubicBezTo>
                  <a:pt x="76" y="95"/>
                  <a:pt x="81" y="83"/>
                  <a:pt x="88" y="71"/>
                </a:cubicBezTo>
                <a:cubicBezTo>
                  <a:pt x="84" y="74"/>
                  <a:pt x="80" y="76"/>
                  <a:pt x="76" y="78"/>
                </a:cubicBezTo>
                <a:cubicBezTo>
                  <a:pt x="71" y="81"/>
                  <a:pt x="65" y="84"/>
                  <a:pt x="60" y="87"/>
                </a:cubicBezTo>
                <a:cubicBezTo>
                  <a:pt x="60" y="87"/>
                  <a:pt x="60" y="87"/>
                  <a:pt x="59" y="87"/>
                </a:cubicBezTo>
                <a:cubicBezTo>
                  <a:pt x="57" y="88"/>
                  <a:pt x="54" y="88"/>
                  <a:pt x="53" y="89"/>
                </a:cubicBezTo>
                <a:cubicBezTo>
                  <a:pt x="51" y="93"/>
                  <a:pt x="49" y="97"/>
                  <a:pt x="49" y="101"/>
                </a:cubicBezTo>
                <a:cubicBezTo>
                  <a:pt x="49" y="110"/>
                  <a:pt x="50" y="119"/>
                  <a:pt x="51" y="128"/>
                </a:cubicBezTo>
                <a:cubicBezTo>
                  <a:pt x="51" y="131"/>
                  <a:pt x="51" y="134"/>
                  <a:pt x="51" y="137"/>
                </a:cubicBezTo>
                <a:cubicBezTo>
                  <a:pt x="48" y="136"/>
                  <a:pt x="45" y="136"/>
                  <a:pt x="43" y="134"/>
                </a:cubicBezTo>
                <a:cubicBezTo>
                  <a:pt x="40" y="132"/>
                  <a:pt x="37" y="130"/>
                  <a:pt x="38" y="125"/>
                </a:cubicBezTo>
                <a:cubicBezTo>
                  <a:pt x="40" y="119"/>
                  <a:pt x="39" y="113"/>
                  <a:pt x="39" y="107"/>
                </a:cubicBezTo>
                <a:cubicBezTo>
                  <a:pt x="38" y="107"/>
                  <a:pt x="38" y="107"/>
                  <a:pt x="37" y="106"/>
                </a:cubicBezTo>
                <a:cubicBezTo>
                  <a:pt x="36" y="109"/>
                  <a:pt x="34" y="111"/>
                  <a:pt x="33" y="114"/>
                </a:cubicBezTo>
                <a:cubicBezTo>
                  <a:pt x="30" y="120"/>
                  <a:pt x="25" y="122"/>
                  <a:pt x="21" y="120"/>
                </a:cubicBezTo>
                <a:cubicBezTo>
                  <a:pt x="16" y="118"/>
                  <a:pt x="15" y="113"/>
                  <a:pt x="17" y="108"/>
                </a:cubicBezTo>
                <a:cubicBezTo>
                  <a:pt x="20" y="99"/>
                  <a:pt x="23" y="91"/>
                  <a:pt x="26" y="81"/>
                </a:cubicBezTo>
                <a:cubicBezTo>
                  <a:pt x="19" y="90"/>
                  <a:pt x="12" y="85"/>
                  <a:pt x="5" y="81"/>
                </a:cubicBezTo>
                <a:cubicBezTo>
                  <a:pt x="0" y="79"/>
                  <a:pt x="0" y="76"/>
                  <a:pt x="5" y="73"/>
                </a:cubicBezTo>
                <a:cubicBezTo>
                  <a:pt x="15" y="68"/>
                  <a:pt x="25" y="62"/>
                  <a:pt x="34" y="56"/>
                </a:cubicBezTo>
                <a:cubicBezTo>
                  <a:pt x="35" y="55"/>
                  <a:pt x="37" y="54"/>
                  <a:pt x="37" y="52"/>
                </a:cubicBezTo>
                <a:cubicBezTo>
                  <a:pt x="38" y="46"/>
                  <a:pt x="38" y="39"/>
                  <a:pt x="38" y="33"/>
                </a:cubicBezTo>
                <a:cubicBezTo>
                  <a:pt x="38" y="32"/>
                  <a:pt x="38" y="32"/>
                  <a:pt x="37" y="32"/>
                </a:cubicBezTo>
                <a:cubicBezTo>
                  <a:pt x="32" y="40"/>
                  <a:pt x="27" y="48"/>
                  <a:pt x="22" y="55"/>
                </a:cubicBezTo>
                <a:cubicBezTo>
                  <a:pt x="22" y="56"/>
                  <a:pt x="22" y="56"/>
                  <a:pt x="23" y="57"/>
                </a:cubicBezTo>
                <a:cubicBezTo>
                  <a:pt x="20" y="56"/>
                  <a:pt x="17" y="56"/>
                  <a:pt x="14" y="55"/>
                </a:cubicBezTo>
                <a:cubicBezTo>
                  <a:pt x="9" y="53"/>
                  <a:pt x="7" y="49"/>
                  <a:pt x="9" y="44"/>
                </a:cubicBezTo>
                <a:cubicBezTo>
                  <a:pt x="10" y="42"/>
                  <a:pt x="10" y="39"/>
                  <a:pt x="11" y="36"/>
                </a:cubicBezTo>
                <a:cubicBezTo>
                  <a:pt x="13" y="28"/>
                  <a:pt x="18" y="23"/>
                  <a:pt x="26" y="20"/>
                </a:cubicBezTo>
                <a:cubicBezTo>
                  <a:pt x="27" y="19"/>
                  <a:pt x="30" y="20"/>
                  <a:pt x="32" y="22"/>
                </a:cubicBezTo>
                <a:cubicBezTo>
                  <a:pt x="34" y="23"/>
                  <a:pt x="32" y="25"/>
                  <a:pt x="31" y="27"/>
                </a:cubicBezTo>
                <a:cubicBezTo>
                  <a:pt x="29" y="28"/>
                  <a:pt x="29" y="31"/>
                  <a:pt x="28" y="3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Freeform 6">
            <a:extLst xmlns:a="http://schemas.openxmlformats.org/drawingml/2006/main">
              <a:ext uri="{FF2B5EF4-FFF2-40B4-BE49-F238E27FC236}">
                <a16:creationId xmlns:a16="http://schemas.microsoft.com/office/drawing/2014/main" id="{570373A2-5D3B-45CE-BBA9-40FB61BB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2606" y="6458617"/>
            <a:ext cx="122747" cy="184754"/>
          </a:xfrm>
          <a:custGeom xmlns:a="http://schemas.openxmlformats.org/drawingml/2006/main">
            <a:gdLst>
              <a:gd name="T0" fmla="*/ 33 w 72"/>
              <a:gd name="T1" fmla="*/ 76 h 109"/>
              <a:gd name="T2" fmla="*/ 44 w 72"/>
              <a:gd name="T3" fmla="*/ 73 h 109"/>
              <a:gd name="T4" fmla="*/ 59 w 72"/>
              <a:gd name="T5" fmla="*/ 71 h 109"/>
              <a:gd name="T6" fmla="*/ 69 w 72"/>
              <a:gd name="T7" fmla="*/ 92 h 109"/>
              <a:gd name="T8" fmla="*/ 66 w 72"/>
              <a:gd name="T9" fmla="*/ 94 h 109"/>
              <a:gd name="T10" fmla="*/ 49 w 72"/>
              <a:gd name="T11" fmla="*/ 96 h 109"/>
              <a:gd name="T12" fmla="*/ 28 w 72"/>
              <a:gd name="T13" fmla="*/ 106 h 109"/>
              <a:gd name="T14" fmla="*/ 16 w 72"/>
              <a:gd name="T15" fmla="*/ 106 h 109"/>
              <a:gd name="T16" fmla="*/ 1 w 72"/>
              <a:gd name="T17" fmla="*/ 80 h 109"/>
              <a:gd name="T18" fmla="*/ 2 w 72"/>
              <a:gd name="T19" fmla="*/ 74 h 109"/>
              <a:gd name="T20" fmla="*/ 23 w 72"/>
              <a:gd name="T21" fmla="*/ 31 h 109"/>
              <a:gd name="T22" fmla="*/ 22 w 72"/>
              <a:gd name="T23" fmla="*/ 26 h 109"/>
              <a:gd name="T24" fmla="*/ 12 w 72"/>
              <a:gd name="T25" fmla="*/ 16 h 109"/>
              <a:gd name="T26" fmla="*/ 15 w 72"/>
              <a:gd name="T27" fmla="*/ 10 h 109"/>
              <a:gd name="T28" fmla="*/ 32 w 72"/>
              <a:gd name="T29" fmla="*/ 5 h 109"/>
              <a:gd name="T30" fmla="*/ 60 w 72"/>
              <a:gd name="T31" fmla="*/ 18 h 109"/>
              <a:gd name="T32" fmla="*/ 59 w 72"/>
              <a:gd name="T33" fmla="*/ 26 h 109"/>
              <a:gd name="T34" fmla="*/ 52 w 72"/>
              <a:gd name="T35" fmla="*/ 36 h 109"/>
              <a:gd name="T36" fmla="*/ 34 w 72"/>
              <a:gd name="T37" fmla="*/ 72 h 109"/>
              <a:gd name="T38" fmla="*/ 33 w 72"/>
              <a:gd name="T39" fmla="*/ 76 h 109"/>
            </a:gdLst>
            <a:rect l="0" t="0" r="r" b="b"/>
            <a:pathLst>
              <a:path w="72" h="109">
                <a:moveTo>
                  <a:pt x="33" y="76"/>
                </a:moveTo>
                <a:cubicBezTo>
                  <a:pt x="37" y="74"/>
                  <a:pt x="40" y="73"/>
                  <a:pt x="44" y="73"/>
                </a:cubicBezTo>
                <a:cubicBezTo>
                  <a:pt x="49" y="72"/>
                  <a:pt x="54" y="71"/>
                  <a:pt x="59" y="71"/>
                </a:cubicBezTo>
                <a:cubicBezTo>
                  <a:pt x="66" y="72"/>
                  <a:pt x="72" y="85"/>
                  <a:pt x="69" y="92"/>
                </a:cubicBezTo>
                <a:cubicBezTo>
                  <a:pt x="68" y="93"/>
                  <a:pt x="67" y="94"/>
                  <a:pt x="66" y="94"/>
                </a:cubicBezTo>
                <a:cubicBezTo>
                  <a:pt x="60" y="95"/>
                  <a:pt x="54" y="94"/>
                  <a:pt x="49" y="96"/>
                </a:cubicBezTo>
                <a:cubicBezTo>
                  <a:pt x="42" y="99"/>
                  <a:pt x="35" y="102"/>
                  <a:pt x="28" y="106"/>
                </a:cubicBezTo>
                <a:cubicBezTo>
                  <a:pt x="24" y="108"/>
                  <a:pt x="21" y="109"/>
                  <a:pt x="16" y="106"/>
                </a:cubicBezTo>
                <a:cubicBezTo>
                  <a:pt x="7" y="100"/>
                  <a:pt x="3" y="90"/>
                  <a:pt x="1" y="80"/>
                </a:cubicBezTo>
                <a:cubicBezTo>
                  <a:pt x="0" y="78"/>
                  <a:pt x="1" y="76"/>
                  <a:pt x="2" y="74"/>
                </a:cubicBezTo>
                <a:cubicBezTo>
                  <a:pt x="9" y="60"/>
                  <a:pt x="16" y="45"/>
                  <a:pt x="23" y="31"/>
                </a:cubicBezTo>
                <a:cubicBezTo>
                  <a:pt x="23" y="30"/>
                  <a:pt x="23" y="28"/>
                  <a:pt x="22" y="26"/>
                </a:cubicBezTo>
                <a:cubicBezTo>
                  <a:pt x="19" y="23"/>
                  <a:pt x="15" y="20"/>
                  <a:pt x="12" y="16"/>
                </a:cubicBezTo>
                <a:cubicBezTo>
                  <a:pt x="10" y="13"/>
                  <a:pt x="11" y="11"/>
                  <a:pt x="15" y="10"/>
                </a:cubicBezTo>
                <a:cubicBezTo>
                  <a:pt x="21" y="9"/>
                  <a:pt x="26" y="7"/>
                  <a:pt x="32" y="5"/>
                </a:cubicBezTo>
                <a:cubicBezTo>
                  <a:pt x="44" y="0"/>
                  <a:pt x="57" y="6"/>
                  <a:pt x="60" y="18"/>
                </a:cubicBezTo>
                <a:cubicBezTo>
                  <a:pt x="61" y="21"/>
                  <a:pt x="60" y="24"/>
                  <a:pt x="59" y="26"/>
                </a:cubicBezTo>
                <a:cubicBezTo>
                  <a:pt x="57" y="29"/>
                  <a:pt x="54" y="33"/>
                  <a:pt x="52" y="36"/>
                </a:cubicBezTo>
                <a:cubicBezTo>
                  <a:pt x="46" y="48"/>
                  <a:pt x="40" y="60"/>
                  <a:pt x="34" y="72"/>
                </a:cubicBezTo>
                <a:cubicBezTo>
                  <a:pt x="34" y="72"/>
                  <a:pt x="34" y="74"/>
                  <a:pt x="33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Freeform 7">
            <a:extLst xmlns:a="http://schemas.openxmlformats.org/drawingml/2006/main">
              <a:ext uri="{FF2B5EF4-FFF2-40B4-BE49-F238E27FC236}">
                <a16:creationId xmlns:a16="http://schemas.microsoft.com/office/drawing/2014/main" id="{7CB00317-6496-4E4A-8590-48270206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9492" y="6402620"/>
            <a:ext cx="218288" cy="177794"/>
          </a:xfrm>
          <a:custGeom xmlns:a="http://schemas.openxmlformats.org/drawingml/2006/main">
            <a:gdLst>
              <a:gd name="T0" fmla="*/ 101 w 128"/>
              <a:gd name="T1" fmla="*/ 58 h 105"/>
              <a:gd name="T2" fmla="*/ 74 w 128"/>
              <a:gd name="T3" fmla="*/ 56 h 105"/>
              <a:gd name="T4" fmla="*/ 68 w 128"/>
              <a:gd name="T5" fmla="*/ 57 h 105"/>
              <a:gd name="T6" fmla="*/ 51 w 128"/>
              <a:gd name="T7" fmla="*/ 59 h 105"/>
              <a:gd name="T8" fmla="*/ 36 w 128"/>
              <a:gd name="T9" fmla="*/ 65 h 105"/>
              <a:gd name="T10" fmla="*/ 28 w 128"/>
              <a:gd name="T11" fmla="*/ 73 h 105"/>
              <a:gd name="T12" fmla="*/ 16 w 128"/>
              <a:gd name="T13" fmla="*/ 102 h 105"/>
              <a:gd name="T14" fmla="*/ 13 w 128"/>
              <a:gd name="T15" fmla="*/ 104 h 105"/>
              <a:gd name="T16" fmla="*/ 1 w 128"/>
              <a:gd name="T17" fmla="*/ 98 h 105"/>
              <a:gd name="T18" fmla="*/ 0 w 128"/>
              <a:gd name="T19" fmla="*/ 93 h 105"/>
              <a:gd name="T20" fmla="*/ 15 w 128"/>
              <a:gd name="T21" fmla="*/ 60 h 105"/>
              <a:gd name="T22" fmla="*/ 16 w 128"/>
              <a:gd name="T23" fmla="*/ 58 h 105"/>
              <a:gd name="T24" fmla="*/ 20 w 128"/>
              <a:gd name="T25" fmla="*/ 52 h 105"/>
              <a:gd name="T26" fmla="*/ 32 w 128"/>
              <a:gd name="T27" fmla="*/ 54 h 105"/>
              <a:gd name="T28" fmla="*/ 39 w 128"/>
              <a:gd name="T29" fmla="*/ 55 h 105"/>
              <a:gd name="T30" fmla="*/ 72 w 128"/>
              <a:gd name="T31" fmla="*/ 21 h 105"/>
              <a:gd name="T32" fmla="*/ 74 w 128"/>
              <a:gd name="T33" fmla="*/ 16 h 105"/>
              <a:gd name="T34" fmla="*/ 74 w 128"/>
              <a:gd name="T35" fmla="*/ 11 h 105"/>
              <a:gd name="T36" fmla="*/ 71 w 128"/>
              <a:gd name="T37" fmla="*/ 11 h 105"/>
              <a:gd name="T38" fmla="*/ 68 w 128"/>
              <a:gd name="T39" fmla="*/ 15 h 105"/>
              <a:gd name="T40" fmla="*/ 68 w 128"/>
              <a:gd name="T41" fmla="*/ 21 h 105"/>
              <a:gd name="T42" fmla="*/ 59 w 128"/>
              <a:gd name="T43" fmla="*/ 29 h 105"/>
              <a:gd name="T44" fmla="*/ 53 w 128"/>
              <a:gd name="T45" fmla="*/ 27 h 105"/>
              <a:gd name="T46" fmla="*/ 47 w 128"/>
              <a:gd name="T47" fmla="*/ 24 h 105"/>
              <a:gd name="T48" fmla="*/ 47 w 128"/>
              <a:gd name="T49" fmla="*/ 32 h 105"/>
              <a:gd name="T50" fmla="*/ 47 w 128"/>
              <a:gd name="T51" fmla="*/ 34 h 105"/>
              <a:gd name="T52" fmla="*/ 43 w 128"/>
              <a:gd name="T53" fmla="*/ 45 h 105"/>
              <a:gd name="T54" fmla="*/ 31 w 128"/>
              <a:gd name="T55" fmla="*/ 39 h 105"/>
              <a:gd name="T56" fmla="*/ 29 w 128"/>
              <a:gd name="T57" fmla="*/ 23 h 105"/>
              <a:gd name="T58" fmla="*/ 33 w 128"/>
              <a:gd name="T59" fmla="*/ 14 h 105"/>
              <a:gd name="T60" fmla="*/ 36 w 128"/>
              <a:gd name="T61" fmla="*/ 9 h 105"/>
              <a:gd name="T62" fmla="*/ 42 w 128"/>
              <a:gd name="T63" fmla="*/ 13 h 105"/>
              <a:gd name="T64" fmla="*/ 44 w 128"/>
              <a:gd name="T65" fmla="*/ 16 h 105"/>
              <a:gd name="T66" fmla="*/ 57 w 128"/>
              <a:gd name="T67" fmla="*/ 14 h 105"/>
              <a:gd name="T68" fmla="*/ 62 w 128"/>
              <a:gd name="T69" fmla="*/ 11 h 105"/>
              <a:gd name="T70" fmla="*/ 84 w 128"/>
              <a:gd name="T71" fmla="*/ 0 h 105"/>
              <a:gd name="T72" fmla="*/ 96 w 128"/>
              <a:gd name="T73" fmla="*/ 7 h 105"/>
              <a:gd name="T74" fmla="*/ 96 w 128"/>
              <a:gd name="T75" fmla="*/ 20 h 105"/>
              <a:gd name="T76" fmla="*/ 83 w 128"/>
              <a:gd name="T77" fmla="*/ 43 h 105"/>
              <a:gd name="T78" fmla="*/ 94 w 128"/>
              <a:gd name="T79" fmla="*/ 44 h 105"/>
              <a:gd name="T80" fmla="*/ 122 w 128"/>
              <a:gd name="T81" fmla="*/ 59 h 105"/>
              <a:gd name="T82" fmla="*/ 120 w 128"/>
              <a:gd name="T83" fmla="*/ 73 h 105"/>
              <a:gd name="T84" fmla="*/ 98 w 128"/>
              <a:gd name="T85" fmla="*/ 73 h 105"/>
              <a:gd name="T86" fmla="*/ 97 w 128"/>
              <a:gd name="T87" fmla="*/ 66 h 105"/>
              <a:gd name="T88" fmla="*/ 101 w 128"/>
              <a:gd name="T89" fmla="*/ 58 h 105"/>
            </a:gdLst>
            <a:rect l="0" t="0" r="r" b="b"/>
            <a:pathLst>
              <a:path w="128" h="105">
                <a:moveTo>
                  <a:pt x="101" y="58"/>
                </a:moveTo>
                <a:cubicBezTo>
                  <a:pt x="94" y="52"/>
                  <a:pt x="81" y="52"/>
                  <a:pt x="74" y="56"/>
                </a:cubicBezTo>
                <a:cubicBezTo>
                  <a:pt x="73" y="57"/>
                  <a:pt x="70" y="58"/>
                  <a:pt x="68" y="57"/>
                </a:cubicBezTo>
                <a:cubicBezTo>
                  <a:pt x="62" y="56"/>
                  <a:pt x="57" y="57"/>
                  <a:pt x="51" y="59"/>
                </a:cubicBezTo>
                <a:cubicBezTo>
                  <a:pt x="46" y="61"/>
                  <a:pt x="41" y="63"/>
                  <a:pt x="36" y="65"/>
                </a:cubicBezTo>
                <a:cubicBezTo>
                  <a:pt x="32" y="67"/>
                  <a:pt x="29" y="69"/>
                  <a:pt x="28" y="73"/>
                </a:cubicBezTo>
                <a:cubicBezTo>
                  <a:pt x="24" y="82"/>
                  <a:pt x="20" y="92"/>
                  <a:pt x="16" y="102"/>
                </a:cubicBezTo>
                <a:cubicBezTo>
                  <a:pt x="16" y="103"/>
                  <a:pt x="14" y="105"/>
                  <a:pt x="13" y="104"/>
                </a:cubicBezTo>
                <a:cubicBezTo>
                  <a:pt x="9" y="103"/>
                  <a:pt x="5" y="100"/>
                  <a:pt x="1" y="98"/>
                </a:cubicBezTo>
                <a:cubicBezTo>
                  <a:pt x="0" y="97"/>
                  <a:pt x="0" y="95"/>
                  <a:pt x="0" y="93"/>
                </a:cubicBezTo>
                <a:cubicBezTo>
                  <a:pt x="5" y="82"/>
                  <a:pt x="10" y="71"/>
                  <a:pt x="15" y="60"/>
                </a:cubicBezTo>
                <a:cubicBezTo>
                  <a:pt x="15" y="59"/>
                  <a:pt x="16" y="59"/>
                  <a:pt x="16" y="58"/>
                </a:cubicBezTo>
                <a:cubicBezTo>
                  <a:pt x="18" y="56"/>
                  <a:pt x="19" y="52"/>
                  <a:pt x="20" y="52"/>
                </a:cubicBezTo>
                <a:cubicBezTo>
                  <a:pt x="24" y="52"/>
                  <a:pt x="29" y="52"/>
                  <a:pt x="32" y="54"/>
                </a:cubicBezTo>
                <a:cubicBezTo>
                  <a:pt x="35" y="55"/>
                  <a:pt x="36" y="56"/>
                  <a:pt x="39" y="55"/>
                </a:cubicBezTo>
                <a:cubicBezTo>
                  <a:pt x="57" y="50"/>
                  <a:pt x="66" y="37"/>
                  <a:pt x="72" y="21"/>
                </a:cubicBezTo>
                <a:cubicBezTo>
                  <a:pt x="72" y="20"/>
                  <a:pt x="73" y="18"/>
                  <a:pt x="74" y="16"/>
                </a:cubicBezTo>
                <a:cubicBezTo>
                  <a:pt x="74" y="14"/>
                  <a:pt x="74" y="13"/>
                  <a:pt x="74" y="11"/>
                </a:cubicBezTo>
                <a:cubicBezTo>
                  <a:pt x="74" y="11"/>
                  <a:pt x="72" y="10"/>
                  <a:pt x="71" y="11"/>
                </a:cubicBezTo>
                <a:cubicBezTo>
                  <a:pt x="70" y="12"/>
                  <a:pt x="68" y="13"/>
                  <a:pt x="68" y="15"/>
                </a:cubicBezTo>
                <a:cubicBezTo>
                  <a:pt x="67" y="17"/>
                  <a:pt x="68" y="19"/>
                  <a:pt x="68" y="21"/>
                </a:cubicBezTo>
                <a:cubicBezTo>
                  <a:pt x="69" y="28"/>
                  <a:pt x="68" y="30"/>
                  <a:pt x="59" y="29"/>
                </a:cubicBezTo>
                <a:cubicBezTo>
                  <a:pt x="57" y="29"/>
                  <a:pt x="55" y="28"/>
                  <a:pt x="53" y="27"/>
                </a:cubicBezTo>
                <a:cubicBezTo>
                  <a:pt x="51" y="26"/>
                  <a:pt x="49" y="25"/>
                  <a:pt x="47" y="24"/>
                </a:cubicBezTo>
                <a:cubicBezTo>
                  <a:pt x="47" y="27"/>
                  <a:pt x="47" y="29"/>
                  <a:pt x="47" y="32"/>
                </a:cubicBezTo>
                <a:cubicBezTo>
                  <a:pt x="47" y="33"/>
                  <a:pt x="47" y="33"/>
                  <a:pt x="47" y="34"/>
                </a:cubicBezTo>
                <a:cubicBezTo>
                  <a:pt x="47" y="38"/>
                  <a:pt x="48" y="43"/>
                  <a:pt x="43" y="45"/>
                </a:cubicBezTo>
                <a:cubicBezTo>
                  <a:pt x="39" y="46"/>
                  <a:pt x="34" y="44"/>
                  <a:pt x="31" y="39"/>
                </a:cubicBezTo>
                <a:cubicBezTo>
                  <a:pt x="28" y="34"/>
                  <a:pt x="25" y="29"/>
                  <a:pt x="29" y="23"/>
                </a:cubicBezTo>
                <a:cubicBezTo>
                  <a:pt x="31" y="20"/>
                  <a:pt x="31" y="17"/>
                  <a:pt x="33" y="14"/>
                </a:cubicBezTo>
                <a:cubicBezTo>
                  <a:pt x="34" y="12"/>
                  <a:pt x="35" y="9"/>
                  <a:pt x="36" y="9"/>
                </a:cubicBezTo>
                <a:cubicBezTo>
                  <a:pt x="38" y="10"/>
                  <a:pt x="40" y="11"/>
                  <a:pt x="42" y="13"/>
                </a:cubicBezTo>
                <a:cubicBezTo>
                  <a:pt x="42" y="13"/>
                  <a:pt x="43" y="15"/>
                  <a:pt x="44" y="16"/>
                </a:cubicBezTo>
                <a:cubicBezTo>
                  <a:pt x="48" y="13"/>
                  <a:pt x="52" y="11"/>
                  <a:pt x="57" y="14"/>
                </a:cubicBezTo>
                <a:cubicBezTo>
                  <a:pt x="58" y="15"/>
                  <a:pt x="61" y="13"/>
                  <a:pt x="62" y="11"/>
                </a:cubicBezTo>
                <a:cubicBezTo>
                  <a:pt x="69" y="5"/>
                  <a:pt x="75" y="0"/>
                  <a:pt x="84" y="0"/>
                </a:cubicBezTo>
                <a:cubicBezTo>
                  <a:pt x="89" y="0"/>
                  <a:pt x="93" y="2"/>
                  <a:pt x="96" y="7"/>
                </a:cubicBezTo>
                <a:cubicBezTo>
                  <a:pt x="99" y="11"/>
                  <a:pt x="98" y="15"/>
                  <a:pt x="96" y="20"/>
                </a:cubicBezTo>
                <a:cubicBezTo>
                  <a:pt x="91" y="27"/>
                  <a:pt x="87" y="35"/>
                  <a:pt x="83" y="43"/>
                </a:cubicBezTo>
                <a:cubicBezTo>
                  <a:pt x="88" y="43"/>
                  <a:pt x="91" y="44"/>
                  <a:pt x="94" y="44"/>
                </a:cubicBezTo>
                <a:cubicBezTo>
                  <a:pt x="105" y="46"/>
                  <a:pt x="115" y="50"/>
                  <a:pt x="122" y="59"/>
                </a:cubicBezTo>
                <a:cubicBezTo>
                  <a:pt x="128" y="65"/>
                  <a:pt x="127" y="68"/>
                  <a:pt x="120" y="73"/>
                </a:cubicBezTo>
                <a:cubicBezTo>
                  <a:pt x="113" y="77"/>
                  <a:pt x="105" y="77"/>
                  <a:pt x="98" y="73"/>
                </a:cubicBezTo>
                <a:cubicBezTo>
                  <a:pt x="95" y="71"/>
                  <a:pt x="95" y="69"/>
                  <a:pt x="97" y="66"/>
                </a:cubicBezTo>
                <a:cubicBezTo>
                  <a:pt x="98" y="64"/>
                  <a:pt x="100" y="61"/>
                  <a:pt x="101" y="5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Freeform 8">
            <a:extLst xmlns:a="http://schemas.openxmlformats.org/drawingml/2006/main">
              <a:ext uri="{FF2B5EF4-FFF2-40B4-BE49-F238E27FC236}">
                <a16:creationId xmlns:a16="http://schemas.microsoft.com/office/drawing/2014/main" id="{8DFAF7CC-E6FB-4400-A29C-D8F519B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681" y="6510816"/>
            <a:ext cx="136034" cy="162609"/>
          </a:xfrm>
          <a:custGeom xmlns:a="http://schemas.openxmlformats.org/drawingml/2006/main">
            <a:gdLst>
              <a:gd name="T0" fmla="*/ 46 w 80"/>
              <a:gd name="T1" fmla="*/ 29 h 96"/>
              <a:gd name="T2" fmla="*/ 65 w 80"/>
              <a:gd name="T3" fmla="*/ 29 h 96"/>
              <a:gd name="T4" fmla="*/ 79 w 80"/>
              <a:gd name="T5" fmla="*/ 41 h 96"/>
              <a:gd name="T6" fmla="*/ 74 w 80"/>
              <a:gd name="T7" fmla="*/ 43 h 96"/>
              <a:gd name="T8" fmla="*/ 60 w 80"/>
              <a:gd name="T9" fmla="*/ 43 h 96"/>
              <a:gd name="T10" fmla="*/ 52 w 80"/>
              <a:gd name="T11" fmla="*/ 50 h 96"/>
              <a:gd name="T12" fmla="*/ 49 w 80"/>
              <a:gd name="T13" fmla="*/ 87 h 96"/>
              <a:gd name="T14" fmla="*/ 37 w 80"/>
              <a:gd name="T15" fmla="*/ 95 h 96"/>
              <a:gd name="T16" fmla="*/ 21 w 80"/>
              <a:gd name="T17" fmla="*/ 68 h 96"/>
              <a:gd name="T18" fmla="*/ 22 w 80"/>
              <a:gd name="T19" fmla="*/ 62 h 96"/>
              <a:gd name="T20" fmla="*/ 30 w 80"/>
              <a:gd name="T21" fmla="*/ 72 h 96"/>
              <a:gd name="T22" fmla="*/ 40 w 80"/>
              <a:gd name="T23" fmla="*/ 70 h 96"/>
              <a:gd name="T24" fmla="*/ 43 w 80"/>
              <a:gd name="T25" fmla="*/ 46 h 96"/>
              <a:gd name="T26" fmla="*/ 24 w 80"/>
              <a:gd name="T27" fmla="*/ 52 h 96"/>
              <a:gd name="T28" fmla="*/ 19 w 80"/>
              <a:gd name="T29" fmla="*/ 54 h 96"/>
              <a:gd name="T30" fmla="*/ 6 w 80"/>
              <a:gd name="T31" fmla="*/ 54 h 96"/>
              <a:gd name="T32" fmla="*/ 2 w 80"/>
              <a:gd name="T33" fmla="*/ 40 h 96"/>
              <a:gd name="T34" fmla="*/ 6 w 80"/>
              <a:gd name="T35" fmla="*/ 37 h 96"/>
              <a:gd name="T36" fmla="*/ 28 w 80"/>
              <a:gd name="T37" fmla="*/ 33 h 96"/>
              <a:gd name="T38" fmla="*/ 33 w 80"/>
              <a:gd name="T39" fmla="*/ 32 h 96"/>
              <a:gd name="T40" fmla="*/ 36 w 80"/>
              <a:gd name="T41" fmla="*/ 22 h 96"/>
              <a:gd name="T42" fmla="*/ 46 w 80"/>
              <a:gd name="T43" fmla="*/ 12 h 96"/>
              <a:gd name="T44" fmla="*/ 45 w 80"/>
              <a:gd name="T45" fmla="*/ 10 h 96"/>
              <a:gd name="T46" fmla="*/ 26 w 80"/>
              <a:gd name="T47" fmla="*/ 17 h 96"/>
              <a:gd name="T48" fmla="*/ 15 w 80"/>
              <a:gd name="T49" fmla="*/ 24 h 96"/>
              <a:gd name="T50" fmla="*/ 5 w 80"/>
              <a:gd name="T51" fmla="*/ 22 h 96"/>
              <a:gd name="T52" fmla="*/ 1 w 80"/>
              <a:gd name="T53" fmla="*/ 17 h 96"/>
              <a:gd name="T54" fmla="*/ 36 w 80"/>
              <a:gd name="T55" fmla="*/ 2 h 96"/>
              <a:gd name="T56" fmla="*/ 55 w 80"/>
              <a:gd name="T57" fmla="*/ 0 h 96"/>
              <a:gd name="T58" fmla="*/ 61 w 80"/>
              <a:gd name="T59" fmla="*/ 6 h 96"/>
              <a:gd name="T60" fmla="*/ 59 w 80"/>
              <a:gd name="T61" fmla="*/ 13 h 96"/>
              <a:gd name="T62" fmla="*/ 46 w 80"/>
              <a:gd name="T63" fmla="*/ 29 h 96"/>
            </a:gdLst>
            <a:rect l="0" t="0" r="r" b="b"/>
            <a:pathLst>
              <a:path w="80" h="96">
                <a:moveTo>
                  <a:pt x="46" y="29"/>
                </a:moveTo>
                <a:cubicBezTo>
                  <a:pt x="53" y="30"/>
                  <a:pt x="59" y="31"/>
                  <a:pt x="65" y="29"/>
                </a:cubicBezTo>
                <a:cubicBezTo>
                  <a:pt x="71" y="27"/>
                  <a:pt x="80" y="34"/>
                  <a:pt x="79" y="41"/>
                </a:cubicBezTo>
                <a:cubicBezTo>
                  <a:pt x="79" y="42"/>
                  <a:pt x="76" y="43"/>
                  <a:pt x="74" y="43"/>
                </a:cubicBezTo>
                <a:cubicBezTo>
                  <a:pt x="70" y="43"/>
                  <a:pt x="65" y="43"/>
                  <a:pt x="60" y="43"/>
                </a:cubicBezTo>
                <a:cubicBezTo>
                  <a:pt x="53" y="42"/>
                  <a:pt x="52" y="44"/>
                  <a:pt x="52" y="50"/>
                </a:cubicBezTo>
                <a:cubicBezTo>
                  <a:pt x="51" y="62"/>
                  <a:pt x="51" y="75"/>
                  <a:pt x="49" y="87"/>
                </a:cubicBezTo>
                <a:cubicBezTo>
                  <a:pt x="48" y="95"/>
                  <a:pt x="45" y="96"/>
                  <a:pt x="37" y="95"/>
                </a:cubicBezTo>
                <a:cubicBezTo>
                  <a:pt x="25" y="92"/>
                  <a:pt x="15" y="82"/>
                  <a:pt x="21" y="68"/>
                </a:cubicBezTo>
                <a:cubicBezTo>
                  <a:pt x="21" y="66"/>
                  <a:pt x="21" y="64"/>
                  <a:pt x="22" y="62"/>
                </a:cubicBezTo>
                <a:cubicBezTo>
                  <a:pt x="24" y="65"/>
                  <a:pt x="27" y="69"/>
                  <a:pt x="30" y="72"/>
                </a:cubicBezTo>
                <a:cubicBezTo>
                  <a:pt x="33" y="76"/>
                  <a:pt x="39" y="75"/>
                  <a:pt x="40" y="70"/>
                </a:cubicBezTo>
                <a:cubicBezTo>
                  <a:pt x="41" y="62"/>
                  <a:pt x="42" y="54"/>
                  <a:pt x="43" y="46"/>
                </a:cubicBezTo>
                <a:cubicBezTo>
                  <a:pt x="35" y="45"/>
                  <a:pt x="30" y="49"/>
                  <a:pt x="24" y="52"/>
                </a:cubicBezTo>
                <a:cubicBezTo>
                  <a:pt x="22" y="52"/>
                  <a:pt x="21" y="54"/>
                  <a:pt x="19" y="54"/>
                </a:cubicBezTo>
                <a:cubicBezTo>
                  <a:pt x="14" y="58"/>
                  <a:pt x="11" y="57"/>
                  <a:pt x="6" y="54"/>
                </a:cubicBezTo>
                <a:cubicBezTo>
                  <a:pt x="3" y="51"/>
                  <a:pt x="0" y="44"/>
                  <a:pt x="2" y="40"/>
                </a:cubicBezTo>
                <a:cubicBezTo>
                  <a:pt x="2" y="39"/>
                  <a:pt x="5" y="37"/>
                  <a:pt x="6" y="37"/>
                </a:cubicBezTo>
                <a:cubicBezTo>
                  <a:pt x="14" y="39"/>
                  <a:pt x="20" y="35"/>
                  <a:pt x="28" y="33"/>
                </a:cubicBezTo>
                <a:cubicBezTo>
                  <a:pt x="29" y="33"/>
                  <a:pt x="31" y="32"/>
                  <a:pt x="33" y="32"/>
                </a:cubicBezTo>
                <a:cubicBezTo>
                  <a:pt x="31" y="27"/>
                  <a:pt x="31" y="24"/>
                  <a:pt x="36" y="22"/>
                </a:cubicBezTo>
                <a:cubicBezTo>
                  <a:pt x="39" y="19"/>
                  <a:pt x="42" y="15"/>
                  <a:pt x="46" y="12"/>
                </a:cubicBezTo>
                <a:cubicBezTo>
                  <a:pt x="45" y="11"/>
                  <a:pt x="45" y="11"/>
                  <a:pt x="45" y="10"/>
                </a:cubicBezTo>
                <a:cubicBezTo>
                  <a:pt x="38" y="13"/>
                  <a:pt x="32" y="15"/>
                  <a:pt x="26" y="17"/>
                </a:cubicBezTo>
                <a:cubicBezTo>
                  <a:pt x="22" y="19"/>
                  <a:pt x="18" y="22"/>
                  <a:pt x="15" y="24"/>
                </a:cubicBezTo>
                <a:cubicBezTo>
                  <a:pt x="11" y="26"/>
                  <a:pt x="7" y="27"/>
                  <a:pt x="5" y="22"/>
                </a:cubicBezTo>
                <a:cubicBezTo>
                  <a:pt x="4" y="20"/>
                  <a:pt x="3" y="19"/>
                  <a:pt x="1" y="17"/>
                </a:cubicBezTo>
                <a:cubicBezTo>
                  <a:pt x="13" y="12"/>
                  <a:pt x="25" y="6"/>
                  <a:pt x="36" y="2"/>
                </a:cubicBezTo>
                <a:cubicBezTo>
                  <a:pt x="42" y="0"/>
                  <a:pt x="49" y="0"/>
                  <a:pt x="55" y="0"/>
                </a:cubicBezTo>
                <a:cubicBezTo>
                  <a:pt x="57" y="0"/>
                  <a:pt x="60" y="4"/>
                  <a:pt x="61" y="6"/>
                </a:cubicBezTo>
                <a:cubicBezTo>
                  <a:pt x="62" y="8"/>
                  <a:pt x="61" y="11"/>
                  <a:pt x="59" y="13"/>
                </a:cubicBezTo>
                <a:cubicBezTo>
                  <a:pt x="55" y="18"/>
                  <a:pt x="51" y="23"/>
                  <a:pt x="4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F96ED64-3BB1-4F48-93CE-A9D4C6E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9045" y="6501959"/>
            <a:ext cx="44888" cy="98071"/>
          </a:xfrm>
          <a:custGeom xmlns:a="http://schemas.openxmlformats.org/drawingml/2006/main">
            <a:gdLst>
              <a:gd name="T0" fmla="*/ 16 w 39"/>
              <a:gd name="T1" fmla="*/ 29 h 58"/>
              <a:gd name="T2" fmla="*/ 27 w 39"/>
              <a:gd name="T3" fmla="*/ 7 h 58"/>
              <a:gd name="T4" fmla="*/ 31 w 39"/>
              <a:gd name="T5" fmla="*/ 1 h 58"/>
              <a:gd name="T6" fmla="*/ 34 w 39"/>
              <a:gd name="T7" fmla="*/ 6 h 58"/>
              <a:gd name="T8" fmla="*/ 35 w 39"/>
              <a:gd name="T9" fmla="*/ 26 h 58"/>
              <a:gd name="T10" fmla="*/ 20 w 39"/>
              <a:gd name="T11" fmla="*/ 52 h 58"/>
              <a:gd name="T12" fmla="*/ 9 w 39"/>
              <a:gd name="T13" fmla="*/ 57 h 58"/>
              <a:gd name="T14" fmla="*/ 1 w 39"/>
              <a:gd name="T15" fmla="*/ 43 h 58"/>
              <a:gd name="T16" fmla="*/ 4 w 39"/>
              <a:gd name="T17" fmla="*/ 6 h 58"/>
              <a:gd name="T18" fmla="*/ 8 w 39"/>
              <a:gd name="T19" fmla="*/ 0 h 58"/>
              <a:gd name="T20" fmla="*/ 15 w 39"/>
              <a:gd name="T21" fmla="*/ 6 h 58"/>
              <a:gd name="T22" fmla="*/ 14 w 39"/>
              <a:gd name="T23" fmla="*/ 20 h 58"/>
              <a:gd name="T24" fmla="*/ 14 w 39"/>
              <a:gd name="T25" fmla="*/ 28 h 58"/>
              <a:gd name="T26" fmla="*/ 16 w 39"/>
              <a:gd name="T27" fmla="*/ 29 h 58"/>
            </a:gdLst>
            <a:rect l="0" t="0" r="r" b="b"/>
            <a:pathLst>
              <a:path w="39" h="58">
                <a:moveTo>
                  <a:pt x="16" y="29"/>
                </a:moveTo>
                <a:cubicBezTo>
                  <a:pt x="19" y="21"/>
                  <a:pt x="23" y="14"/>
                  <a:pt x="27" y="7"/>
                </a:cubicBezTo>
                <a:cubicBezTo>
                  <a:pt x="28" y="5"/>
                  <a:pt x="29" y="3"/>
                  <a:pt x="31" y="1"/>
                </a:cubicBezTo>
                <a:cubicBezTo>
                  <a:pt x="32" y="3"/>
                  <a:pt x="33" y="4"/>
                  <a:pt x="34" y="6"/>
                </a:cubicBezTo>
                <a:cubicBezTo>
                  <a:pt x="37" y="12"/>
                  <a:pt x="39" y="19"/>
                  <a:pt x="35" y="26"/>
                </a:cubicBezTo>
                <a:cubicBezTo>
                  <a:pt x="30" y="34"/>
                  <a:pt x="25" y="43"/>
                  <a:pt x="20" y="52"/>
                </a:cubicBezTo>
                <a:cubicBezTo>
                  <a:pt x="18" y="56"/>
                  <a:pt x="12" y="58"/>
                  <a:pt x="9" y="57"/>
                </a:cubicBezTo>
                <a:cubicBezTo>
                  <a:pt x="2" y="54"/>
                  <a:pt x="0" y="50"/>
                  <a:pt x="1" y="43"/>
                </a:cubicBezTo>
                <a:cubicBezTo>
                  <a:pt x="2" y="31"/>
                  <a:pt x="3" y="18"/>
                  <a:pt x="4" y="6"/>
                </a:cubicBezTo>
                <a:cubicBezTo>
                  <a:pt x="4" y="4"/>
                  <a:pt x="4" y="0"/>
                  <a:pt x="8" y="0"/>
                </a:cubicBezTo>
                <a:cubicBezTo>
                  <a:pt x="11" y="0"/>
                  <a:pt x="15" y="1"/>
                  <a:pt x="15" y="6"/>
                </a:cubicBezTo>
                <a:cubicBezTo>
                  <a:pt x="15" y="10"/>
                  <a:pt x="14" y="15"/>
                  <a:pt x="14" y="20"/>
                </a:cubicBezTo>
                <a:cubicBezTo>
                  <a:pt x="14" y="23"/>
                  <a:pt x="14" y="25"/>
                  <a:pt x="14" y="28"/>
                </a:cubicBezTo>
                <a:cubicBezTo>
                  <a:pt x="14" y="28"/>
                  <a:pt x="15" y="28"/>
                  <a:pt x="16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F402A98-688B-4474-9EA1-55CF03D2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671" y="6463363"/>
            <a:ext cx="53781" cy="148689"/>
          </a:xfrm>
          <a:custGeom xmlns:a="http://schemas.openxmlformats.org/drawingml/2006/main">
            <a:gdLst>
              <a:gd name="T0" fmla="*/ 9 w 47"/>
              <a:gd name="T1" fmla="*/ 73 h 88"/>
              <a:gd name="T2" fmla="*/ 3 w 47"/>
              <a:gd name="T3" fmla="*/ 67 h 88"/>
              <a:gd name="T4" fmla="*/ 3 w 47"/>
              <a:gd name="T5" fmla="*/ 57 h 88"/>
              <a:gd name="T6" fmla="*/ 20 w 47"/>
              <a:gd name="T7" fmla="*/ 38 h 88"/>
              <a:gd name="T8" fmla="*/ 33 w 47"/>
              <a:gd name="T9" fmla="*/ 20 h 88"/>
              <a:gd name="T10" fmla="*/ 33 w 47"/>
              <a:gd name="T11" fmla="*/ 4 h 88"/>
              <a:gd name="T12" fmla="*/ 32 w 47"/>
              <a:gd name="T13" fmla="*/ 1 h 88"/>
              <a:gd name="T14" fmla="*/ 33 w 47"/>
              <a:gd name="T15" fmla="*/ 0 h 88"/>
              <a:gd name="T16" fmla="*/ 41 w 47"/>
              <a:gd name="T17" fmla="*/ 6 h 88"/>
              <a:gd name="T18" fmla="*/ 43 w 47"/>
              <a:gd name="T19" fmla="*/ 26 h 88"/>
              <a:gd name="T20" fmla="*/ 29 w 47"/>
              <a:gd name="T21" fmla="*/ 48 h 88"/>
              <a:gd name="T22" fmla="*/ 30 w 47"/>
              <a:gd name="T23" fmla="*/ 52 h 88"/>
              <a:gd name="T24" fmla="*/ 40 w 47"/>
              <a:gd name="T25" fmla="*/ 73 h 88"/>
              <a:gd name="T26" fmla="*/ 41 w 47"/>
              <a:gd name="T27" fmla="*/ 84 h 88"/>
              <a:gd name="T28" fmla="*/ 37 w 47"/>
              <a:gd name="T29" fmla="*/ 86 h 88"/>
              <a:gd name="T30" fmla="*/ 31 w 47"/>
              <a:gd name="T31" fmla="*/ 75 h 88"/>
              <a:gd name="T32" fmla="*/ 28 w 47"/>
              <a:gd name="T33" fmla="*/ 60 h 88"/>
              <a:gd name="T34" fmla="*/ 22 w 47"/>
              <a:gd name="T35" fmla="*/ 59 h 88"/>
              <a:gd name="T36" fmla="*/ 9 w 47"/>
              <a:gd name="T37" fmla="*/ 73 h 88"/>
            </a:gdLst>
            <a:rect l="0" t="0" r="r" b="b"/>
            <a:pathLst>
              <a:path w="47" h="88">
                <a:moveTo>
                  <a:pt x="9" y="73"/>
                </a:moveTo>
                <a:cubicBezTo>
                  <a:pt x="7" y="71"/>
                  <a:pt x="5" y="69"/>
                  <a:pt x="3" y="67"/>
                </a:cubicBezTo>
                <a:cubicBezTo>
                  <a:pt x="1" y="64"/>
                  <a:pt x="0" y="61"/>
                  <a:pt x="3" y="57"/>
                </a:cubicBezTo>
                <a:cubicBezTo>
                  <a:pt x="9" y="51"/>
                  <a:pt x="14" y="45"/>
                  <a:pt x="20" y="38"/>
                </a:cubicBezTo>
                <a:cubicBezTo>
                  <a:pt x="24" y="32"/>
                  <a:pt x="28" y="26"/>
                  <a:pt x="33" y="20"/>
                </a:cubicBezTo>
                <a:cubicBezTo>
                  <a:pt x="36" y="15"/>
                  <a:pt x="36" y="9"/>
                  <a:pt x="33" y="4"/>
                </a:cubicBezTo>
                <a:cubicBezTo>
                  <a:pt x="32" y="3"/>
                  <a:pt x="32" y="2"/>
                  <a:pt x="32" y="1"/>
                </a:cubicBezTo>
                <a:cubicBezTo>
                  <a:pt x="32" y="1"/>
                  <a:pt x="33" y="0"/>
                  <a:pt x="33" y="0"/>
                </a:cubicBezTo>
                <a:cubicBezTo>
                  <a:pt x="36" y="2"/>
                  <a:pt x="39" y="4"/>
                  <a:pt x="41" y="6"/>
                </a:cubicBezTo>
                <a:cubicBezTo>
                  <a:pt x="46" y="11"/>
                  <a:pt x="47" y="20"/>
                  <a:pt x="43" y="26"/>
                </a:cubicBezTo>
                <a:cubicBezTo>
                  <a:pt x="39" y="33"/>
                  <a:pt x="34" y="40"/>
                  <a:pt x="29" y="48"/>
                </a:cubicBezTo>
                <a:cubicBezTo>
                  <a:pt x="29" y="49"/>
                  <a:pt x="29" y="52"/>
                  <a:pt x="30" y="52"/>
                </a:cubicBezTo>
                <a:cubicBezTo>
                  <a:pt x="38" y="57"/>
                  <a:pt x="38" y="65"/>
                  <a:pt x="40" y="73"/>
                </a:cubicBezTo>
                <a:cubicBezTo>
                  <a:pt x="41" y="76"/>
                  <a:pt x="41" y="80"/>
                  <a:pt x="41" y="84"/>
                </a:cubicBezTo>
                <a:cubicBezTo>
                  <a:pt x="41" y="87"/>
                  <a:pt x="39" y="88"/>
                  <a:pt x="37" y="86"/>
                </a:cubicBezTo>
                <a:cubicBezTo>
                  <a:pt x="33" y="83"/>
                  <a:pt x="31" y="81"/>
                  <a:pt x="31" y="75"/>
                </a:cubicBezTo>
                <a:cubicBezTo>
                  <a:pt x="31" y="70"/>
                  <a:pt x="30" y="65"/>
                  <a:pt x="28" y="60"/>
                </a:cubicBezTo>
                <a:cubicBezTo>
                  <a:pt x="27" y="55"/>
                  <a:pt x="25" y="56"/>
                  <a:pt x="22" y="59"/>
                </a:cubicBezTo>
                <a:cubicBezTo>
                  <a:pt x="18" y="64"/>
                  <a:pt x="14" y="68"/>
                  <a:pt x="9" y="73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0B579D3-2FED-4A47-8621-6BDCC83F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0950" y="6463363"/>
            <a:ext cx="30066" cy="31636"/>
          </a:xfrm>
          <a:custGeom xmlns:a="http://schemas.openxmlformats.org/drawingml/2006/main">
            <a:gdLst>
              <a:gd name="T0" fmla="*/ 0 w 26"/>
              <a:gd name="T1" fmla="*/ 0 h 19"/>
              <a:gd name="T2" fmla="*/ 20 w 26"/>
              <a:gd name="T3" fmla="*/ 1 h 19"/>
              <a:gd name="T4" fmla="*/ 23 w 26"/>
              <a:gd name="T5" fmla="*/ 12 h 19"/>
              <a:gd name="T6" fmla="*/ 12 w 26"/>
              <a:gd name="T7" fmla="*/ 18 h 19"/>
              <a:gd name="T8" fmla="*/ 3 w 26"/>
              <a:gd name="T9" fmla="*/ 11 h 19"/>
              <a:gd name="T10" fmla="*/ 0 w 26"/>
              <a:gd name="T11" fmla="*/ 0 h 19"/>
            </a:gdLst>
            <a:rect l="0" t="0" r="r" b="b"/>
            <a:pathLst>
              <a:path w="26" h="19">
                <a:moveTo>
                  <a:pt x="0" y="0"/>
                </a:moveTo>
                <a:cubicBezTo>
                  <a:pt x="8" y="1"/>
                  <a:pt x="14" y="1"/>
                  <a:pt x="20" y="1"/>
                </a:cubicBezTo>
                <a:cubicBezTo>
                  <a:pt x="24" y="1"/>
                  <a:pt x="26" y="8"/>
                  <a:pt x="23" y="12"/>
                </a:cubicBezTo>
                <a:cubicBezTo>
                  <a:pt x="21" y="16"/>
                  <a:pt x="17" y="19"/>
                  <a:pt x="12" y="18"/>
                </a:cubicBezTo>
                <a:cubicBezTo>
                  <a:pt x="8" y="18"/>
                  <a:pt x="5" y="15"/>
                  <a:pt x="3" y="11"/>
                </a:cubicBezTo>
                <a:cubicBezTo>
                  <a:pt x="2" y="8"/>
                  <a:pt x="1" y="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Freeform 9">
            <a:extLst xmlns:a="http://schemas.openxmlformats.org/drawingml/2006/main">
              <a:ext uri="{FF2B5EF4-FFF2-40B4-BE49-F238E27FC236}">
                <a16:creationId xmlns:a16="http://schemas.microsoft.com/office/drawing/2014/main" id="{DCE3706A-F5D9-46AF-9DFC-010BCB14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296" y="6448719"/>
            <a:ext cx="100602" cy="170834"/>
          </a:xfrm>
          <a:custGeom xmlns:a="http://schemas.openxmlformats.org/drawingml/2006/main">
            <a:gdLst>
              <a:gd name="T0" fmla="*/ 39 w 59"/>
              <a:gd name="T1" fmla="*/ 78 h 101"/>
              <a:gd name="T2" fmla="*/ 17 w 59"/>
              <a:gd name="T3" fmla="*/ 94 h 101"/>
              <a:gd name="T4" fmla="*/ 8 w 59"/>
              <a:gd name="T5" fmla="*/ 94 h 101"/>
              <a:gd name="T6" fmla="*/ 0 w 59"/>
              <a:gd name="T7" fmla="*/ 79 h 101"/>
              <a:gd name="T8" fmla="*/ 17 w 59"/>
              <a:gd name="T9" fmla="*/ 73 h 101"/>
              <a:gd name="T10" fmla="*/ 10 w 59"/>
              <a:gd name="T11" fmla="*/ 68 h 101"/>
              <a:gd name="T12" fmla="*/ 8 w 59"/>
              <a:gd name="T13" fmla="*/ 60 h 101"/>
              <a:gd name="T14" fmla="*/ 18 w 59"/>
              <a:gd name="T15" fmla="*/ 23 h 101"/>
              <a:gd name="T16" fmla="*/ 26 w 59"/>
              <a:gd name="T17" fmla="*/ 17 h 101"/>
              <a:gd name="T18" fmla="*/ 36 w 59"/>
              <a:gd name="T19" fmla="*/ 26 h 101"/>
              <a:gd name="T20" fmla="*/ 36 w 59"/>
              <a:gd name="T21" fmla="*/ 27 h 101"/>
              <a:gd name="T22" fmla="*/ 43 w 59"/>
              <a:gd name="T23" fmla="*/ 40 h 101"/>
              <a:gd name="T24" fmla="*/ 42 w 59"/>
              <a:gd name="T25" fmla="*/ 12 h 101"/>
              <a:gd name="T26" fmla="*/ 21 w 59"/>
              <a:gd name="T27" fmla="*/ 5 h 101"/>
              <a:gd name="T28" fmla="*/ 44 w 59"/>
              <a:gd name="T29" fmla="*/ 1 h 101"/>
              <a:gd name="T30" fmla="*/ 57 w 59"/>
              <a:gd name="T31" fmla="*/ 17 h 101"/>
              <a:gd name="T32" fmla="*/ 56 w 59"/>
              <a:gd name="T33" fmla="*/ 48 h 101"/>
              <a:gd name="T34" fmla="*/ 57 w 59"/>
              <a:gd name="T35" fmla="*/ 55 h 101"/>
              <a:gd name="T36" fmla="*/ 55 w 59"/>
              <a:gd name="T37" fmla="*/ 64 h 101"/>
              <a:gd name="T38" fmla="*/ 54 w 59"/>
              <a:gd name="T39" fmla="*/ 71 h 101"/>
              <a:gd name="T40" fmla="*/ 52 w 59"/>
              <a:gd name="T41" fmla="*/ 95 h 101"/>
              <a:gd name="T42" fmla="*/ 49 w 59"/>
              <a:gd name="T43" fmla="*/ 101 h 101"/>
              <a:gd name="T44" fmla="*/ 43 w 59"/>
              <a:gd name="T45" fmla="*/ 98 h 101"/>
              <a:gd name="T46" fmla="*/ 38 w 59"/>
              <a:gd name="T47" fmla="*/ 86 h 101"/>
              <a:gd name="T48" fmla="*/ 39 w 59"/>
              <a:gd name="T49" fmla="*/ 78 h 101"/>
              <a:gd name="T50" fmla="*/ 42 w 59"/>
              <a:gd name="T51" fmla="*/ 47 h 101"/>
              <a:gd name="T52" fmla="*/ 32 w 59"/>
              <a:gd name="T53" fmla="*/ 44 h 101"/>
              <a:gd name="T54" fmla="*/ 29 w 59"/>
              <a:gd name="T55" fmla="*/ 64 h 101"/>
              <a:gd name="T56" fmla="*/ 42 w 59"/>
              <a:gd name="T57" fmla="*/ 47 h 101"/>
            </a:gdLst>
            <a:rect l="0" t="0" r="r" b="b"/>
            <a:pathLst>
              <a:path w="59" h="101">
                <a:moveTo>
                  <a:pt x="39" y="78"/>
                </a:moveTo>
                <a:cubicBezTo>
                  <a:pt x="31" y="84"/>
                  <a:pt x="24" y="89"/>
                  <a:pt x="17" y="94"/>
                </a:cubicBezTo>
                <a:cubicBezTo>
                  <a:pt x="14" y="97"/>
                  <a:pt x="11" y="96"/>
                  <a:pt x="8" y="94"/>
                </a:cubicBezTo>
                <a:cubicBezTo>
                  <a:pt x="4" y="90"/>
                  <a:pt x="0" y="86"/>
                  <a:pt x="0" y="79"/>
                </a:cubicBezTo>
                <a:cubicBezTo>
                  <a:pt x="6" y="82"/>
                  <a:pt x="12" y="80"/>
                  <a:pt x="17" y="73"/>
                </a:cubicBezTo>
                <a:cubicBezTo>
                  <a:pt x="15" y="72"/>
                  <a:pt x="13" y="70"/>
                  <a:pt x="10" y="68"/>
                </a:cubicBezTo>
                <a:cubicBezTo>
                  <a:pt x="7" y="66"/>
                  <a:pt x="7" y="63"/>
                  <a:pt x="8" y="60"/>
                </a:cubicBezTo>
                <a:cubicBezTo>
                  <a:pt x="11" y="48"/>
                  <a:pt x="15" y="36"/>
                  <a:pt x="18" y="23"/>
                </a:cubicBezTo>
                <a:cubicBezTo>
                  <a:pt x="19" y="20"/>
                  <a:pt x="20" y="16"/>
                  <a:pt x="26" y="17"/>
                </a:cubicBezTo>
                <a:cubicBezTo>
                  <a:pt x="32" y="18"/>
                  <a:pt x="36" y="21"/>
                  <a:pt x="36" y="26"/>
                </a:cubicBezTo>
                <a:cubicBezTo>
                  <a:pt x="36" y="26"/>
                  <a:pt x="36" y="27"/>
                  <a:pt x="36" y="27"/>
                </a:cubicBezTo>
                <a:cubicBezTo>
                  <a:pt x="35" y="33"/>
                  <a:pt x="38" y="37"/>
                  <a:pt x="43" y="40"/>
                </a:cubicBezTo>
                <a:cubicBezTo>
                  <a:pt x="43" y="31"/>
                  <a:pt x="42" y="22"/>
                  <a:pt x="42" y="12"/>
                </a:cubicBezTo>
                <a:cubicBezTo>
                  <a:pt x="30" y="16"/>
                  <a:pt x="20" y="12"/>
                  <a:pt x="21" y="5"/>
                </a:cubicBezTo>
                <a:cubicBezTo>
                  <a:pt x="29" y="3"/>
                  <a:pt x="36" y="1"/>
                  <a:pt x="44" y="1"/>
                </a:cubicBezTo>
                <a:cubicBezTo>
                  <a:pt x="54" y="0"/>
                  <a:pt x="59" y="8"/>
                  <a:pt x="57" y="17"/>
                </a:cubicBezTo>
                <a:cubicBezTo>
                  <a:pt x="56" y="27"/>
                  <a:pt x="56" y="38"/>
                  <a:pt x="56" y="48"/>
                </a:cubicBezTo>
                <a:cubicBezTo>
                  <a:pt x="56" y="50"/>
                  <a:pt x="57" y="52"/>
                  <a:pt x="57" y="55"/>
                </a:cubicBezTo>
                <a:cubicBezTo>
                  <a:pt x="57" y="58"/>
                  <a:pt x="56" y="61"/>
                  <a:pt x="55" y="64"/>
                </a:cubicBezTo>
                <a:cubicBezTo>
                  <a:pt x="55" y="66"/>
                  <a:pt x="54" y="68"/>
                  <a:pt x="54" y="71"/>
                </a:cubicBezTo>
                <a:cubicBezTo>
                  <a:pt x="53" y="79"/>
                  <a:pt x="53" y="87"/>
                  <a:pt x="52" y="95"/>
                </a:cubicBezTo>
                <a:cubicBezTo>
                  <a:pt x="52" y="97"/>
                  <a:pt x="51" y="100"/>
                  <a:pt x="49" y="101"/>
                </a:cubicBezTo>
                <a:cubicBezTo>
                  <a:pt x="47" y="101"/>
                  <a:pt x="44" y="100"/>
                  <a:pt x="43" y="98"/>
                </a:cubicBezTo>
                <a:cubicBezTo>
                  <a:pt x="39" y="95"/>
                  <a:pt x="36" y="92"/>
                  <a:pt x="38" y="86"/>
                </a:cubicBezTo>
                <a:cubicBezTo>
                  <a:pt x="39" y="84"/>
                  <a:pt x="39" y="81"/>
                  <a:pt x="39" y="78"/>
                </a:cubicBezTo>
                <a:close/>
                <a:moveTo>
                  <a:pt x="42" y="47"/>
                </a:moveTo>
                <a:cubicBezTo>
                  <a:pt x="39" y="46"/>
                  <a:pt x="36" y="45"/>
                  <a:pt x="32" y="44"/>
                </a:cubicBezTo>
                <a:cubicBezTo>
                  <a:pt x="31" y="51"/>
                  <a:pt x="30" y="57"/>
                  <a:pt x="29" y="64"/>
                </a:cubicBezTo>
                <a:cubicBezTo>
                  <a:pt x="39" y="61"/>
                  <a:pt x="42" y="57"/>
                  <a:pt x="42" y="47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390766-6A2C-45BF-A7D0-B8C068D9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6000" y="6433534"/>
            <a:ext cx="94275" cy="203103"/>
          </a:xfrm>
          <a:custGeom xmlns:a="http://schemas.openxmlformats.org/drawingml/2006/main">
            <a:gdLst>
              <a:gd name="T0" fmla="*/ 11 w 55"/>
              <a:gd name="T1" fmla="*/ 89 h 120"/>
              <a:gd name="T2" fmla="*/ 10 w 55"/>
              <a:gd name="T3" fmla="*/ 100 h 120"/>
              <a:gd name="T4" fmla="*/ 6 w 55"/>
              <a:gd name="T5" fmla="*/ 104 h 120"/>
              <a:gd name="T6" fmla="*/ 1 w 55"/>
              <a:gd name="T7" fmla="*/ 99 h 120"/>
              <a:gd name="T8" fmla="*/ 3 w 55"/>
              <a:gd name="T9" fmla="*/ 84 h 120"/>
              <a:gd name="T10" fmla="*/ 14 w 55"/>
              <a:gd name="T11" fmla="*/ 37 h 120"/>
              <a:gd name="T12" fmla="*/ 22 w 55"/>
              <a:gd name="T13" fmla="*/ 11 h 120"/>
              <a:gd name="T14" fmla="*/ 26 w 55"/>
              <a:gd name="T15" fmla="*/ 19 h 120"/>
              <a:gd name="T16" fmla="*/ 20 w 55"/>
              <a:gd name="T17" fmla="*/ 40 h 120"/>
              <a:gd name="T18" fmla="*/ 27 w 55"/>
              <a:gd name="T19" fmla="*/ 35 h 120"/>
              <a:gd name="T20" fmla="*/ 35 w 55"/>
              <a:gd name="T21" fmla="*/ 30 h 120"/>
              <a:gd name="T22" fmla="*/ 33 w 55"/>
              <a:gd name="T23" fmla="*/ 9 h 120"/>
              <a:gd name="T24" fmla="*/ 28 w 55"/>
              <a:gd name="T25" fmla="*/ 8 h 120"/>
              <a:gd name="T26" fmla="*/ 19 w 55"/>
              <a:gd name="T27" fmla="*/ 12 h 120"/>
              <a:gd name="T28" fmla="*/ 12 w 55"/>
              <a:gd name="T29" fmla="*/ 15 h 120"/>
              <a:gd name="T30" fmla="*/ 9 w 55"/>
              <a:gd name="T31" fmla="*/ 11 h 120"/>
              <a:gd name="T32" fmla="*/ 11 w 55"/>
              <a:gd name="T33" fmla="*/ 8 h 120"/>
              <a:gd name="T34" fmla="*/ 31 w 55"/>
              <a:gd name="T35" fmla="*/ 0 h 120"/>
              <a:gd name="T36" fmla="*/ 45 w 55"/>
              <a:gd name="T37" fmla="*/ 15 h 120"/>
              <a:gd name="T38" fmla="*/ 44 w 55"/>
              <a:gd name="T39" fmla="*/ 46 h 120"/>
              <a:gd name="T40" fmla="*/ 48 w 55"/>
              <a:gd name="T41" fmla="*/ 54 h 120"/>
              <a:gd name="T42" fmla="*/ 48 w 55"/>
              <a:gd name="T43" fmla="*/ 71 h 120"/>
              <a:gd name="T44" fmla="*/ 44 w 55"/>
              <a:gd name="T45" fmla="*/ 77 h 120"/>
              <a:gd name="T46" fmla="*/ 44 w 55"/>
              <a:gd name="T47" fmla="*/ 110 h 120"/>
              <a:gd name="T48" fmla="*/ 44 w 55"/>
              <a:gd name="T49" fmla="*/ 114 h 120"/>
              <a:gd name="T50" fmla="*/ 41 w 55"/>
              <a:gd name="T51" fmla="*/ 120 h 120"/>
              <a:gd name="T52" fmla="*/ 32 w 55"/>
              <a:gd name="T53" fmla="*/ 118 h 120"/>
              <a:gd name="T54" fmla="*/ 13 w 55"/>
              <a:gd name="T55" fmla="*/ 91 h 120"/>
              <a:gd name="T56" fmla="*/ 12 w 55"/>
              <a:gd name="T57" fmla="*/ 89 h 120"/>
              <a:gd name="T58" fmla="*/ 11 w 55"/>
              <a:gd name="T59" fmla="*/ 89 h 120"/>
              <a:gd name="T60" fmla="*/ 24 w 55"/>
              <a:gd name="T61" fmla="*/ 76 h 120"/>
              <a:gd name="T62" fmla="*/ 23 w 55"/>
              <a:gd name="T63" fmla="*/ 74 h 120"/>
              <a:gd name="T64" fmla="*/ 27 w 55"/>
              <a:gd name="T65" fmla="*/ 71 h 120"/>
              <a:gd name="T66" fmla="*/ 33 w 55"/>
              <a:gd name="T67" fmla="*/ 67 h 120"/>
              <a:gd name="T68" fmla="*/ 32 w 55"/>
              <a:gd name="T69" fmla="*/ 63 h 120"/>
              <a:gd name="T70" fmla="*/ 22 w 55"/>
              <a:gd name="T71" fmla="*/ 52 h 120"/>
              <a:gd name="T72" fmla="*/ 18 w 55"/>
              <a:gd name="T73" fmla="*/ 89 h 120"/>
              <a:gd name="T74" fmla="*/ 33 w 55"/>
              <a:gd name="T75" fmla="*/ 107 h 120"/>
              <a:gd name="T76" fmla="*/ 35 w 55"/>
              <a:gd name="T77" fmla="*/ 77 h 120"/>
              <a:gd name="T78" fmla="*/ 31 w 55"/>
              <a:gd name="T79" fmla="*/ 75 h 120"/>
              <a:gd name="T80" fmla="*/ 24 w 55"/>
              <a:gd name="T81" fmla="*/ 76 h 120"/>
            </a:gdLst>
            <a:rect l="0" t="0" r="r" b="b"/>
            <a:pathLst>
              <a:path w="55" h="120">
                <a:moveTo>
                  <a:pt x="11" y="89"/>
                </a:moveTo>
                <a:cubicBezTo>
                  <a:pt x="10" y="93"/>
                  <a:pt x="10" y="96"/>
                  <a:pt x="10" y="100"/>
                </a:cubicBezTo>
                <a:cubicBezTo>
                  <a:pt x="9" y="102"/>
                  <a:pt x="9" y="104"/>
                  <a:pt x="6" y="104"/>
                </a:cubicBezTo>
                <a:cubicBezTo>
                  <a:pt x="3" y="104"/>
                  <a:pt x="0" y="103"/>
                  <a:pt x="1" y="99"/>
                </a:cubicBezTo>
                <a:cubicBezTo>
                  <a:pt x="2" y="94"/>
                  <a:pt x="2" y="89"/>
                  <a:pt x="3" y="84"/>
                </a:cubicBezTo>
                <a:cubicBezTo>
                  <a:pt x="7" y="68"/>
                  <a:pt x="10" y="53"/>
                  <a:pt x="14" y="37"/>
                </a:cubicBezTo>
                <a:cubicBezTo>
                  <a:pt x="16" y="29"/>
                  <a:pt x="19" y="20"/>
                  <a:pt x="22" y="11"/>
                </a:cubicBezTo>
                <a:cubicBezTo>
                  <a:pt x="26" y="13"/>
                  <a:pt x="27" y="15"/>
                  <a:pt x="26" y="19"/>
                </a:cubicBezTo>
                <a:cubicBezTo>
                  <a:pt x="24" y="25"/>
                  <a:pt x="22" y="32"/>
                  <a:pt x="20" y="40"/>
                </a:cubicBezTo>
                <a:cubicBezTo>
                  <a:pt x="23" y="37"/>
                  <a:pt x="25" y="36"/>
                  <a:pt x="27" y="35"/>
                </a:cubicBezTo>
                <a:cubicBezTo>
                  <a:pt x="30" y="33"/>
                  <a:pt x="34" y="32"/>
                  <a:pt x="35" y="30"/>
                </a:cubicBezTo>
                <a:cubicBezTo>
                  <a:pt x="36" y="23"/>
                  <a:pt x="37" y="16"/>
                  <a:pt x="33" y="9"/>
                </a:cubicBezTo>
                <a:cubicBezTo>
                  <a:pt x="33" y="8"/>
                  <a:pt x="30" y="7"/>
                  <a:pt x="28" y="8"/>
                </a:cubicBezTo>
                <a:cubicBezTo>
                  <a:pt x="25" y="9"/>
                  <a:pt x="22" y="11"/>
                  <a:pt x="19" y="12"/>
                </a:cubicBezTo>
                <a:cubicBezTo>
                  <a:pt x="17" y="13"/>
                  <a:pt x="15" y="15"/>
                  <a:pt x="12" y="15"/>
                </a:cubicBezTo>
                <a:cubicBezTo>
                  <a:pt x="11" y="15"/>
                  <a:pt x="9" y="13"/>
                  <a:pt x="9" y="11"/>
                </a:cubicBezTo>
                <a:cubicBezTo>
                  <a:pt x="8" y="11"/>
                  <a:pt x="10" y="9"/>
                  <a:pt x="11" y="8"/>
                </a:cubicBezTo>
                <a:cubicBezTo>
                  <a:pt x="17" y="4"/>
                  <a:pt x="23" y="0"/>
                  <a:pt x="31" y="0"/>
                </a:cubicBezTo>
                <a:cubicBezTo>
                  <a:pt x="41" y="1"/>
                  <a:pt x="46" y="5"/>
                  <a:pt x="45" y="15"/>
                </a:cubicBezTo>
                <a:cubicBezTo>
                  <a:pt x="45" y="25"/>
                  <a:pt x="45" y="36"/>
                  <a:pt x="44" y="46"/>
                </a:cubicBezTo>
                <a:cubicBezTo>
                  <a:pt x="44" y="50"/>
                  <a:pt x="45" y="52"/>
                  <a:pt x="48" y="54"/>
                </a:cubicBezTo>
                <a:cubicBezTo>
                  <a:pt x="55" y="60"/>
                  <a:pt x="55" y="66"/>
                  <a:pt x="48" y="71"/>
                </a:cubicBezTo>
                <a:cubicBezTo>
                  <a:pt x="45" y="72"/>
                  <a:pt x="44" y="74"/>
                  <a:pt x="44" y="77"/>
                </a:cubicBezTo>
                <a:cubicBezTo>
                  <a:pt x="45" y="88"/>
                  <a:pt x="44" y="99"/>
                  <a:pt x="44" y="110"/>
                </a:cubicBezTo>
                <a:cubicBezTo>
                  <a:pt x="44" y="112"/>
                  <a:pt x="45" y="113"/>
                  <a:pt x="44" y="114"/>
                </a:cubicBezTo>
                <a:cubicBezTo>
                  <a:pt x="43" y="116"/>
                  <a:pt x="42" y="120"/>
                  <a:pt x="41" y="120"/>
                </a:cubicBezTo>
                <a:cubicBezTo>
                  <a:pt x="38" y="120"/>
                  <a:pt x="34" y="120"/>
                  <a:pt x="32" y="118"/>
                </a:cubicBezTo>
                <a:cubicBezTo>
                  <a:pt x="25" y="109"/>
                  <a:pt x="19" y="100"/>
                  <a:pt x="13" y="91"/>
                </a:cubicBezTo>
                <a:cubicBezTo>
                  <a:pt x="12" y="90"/>
                  <a:pt x="12" y="90"/>
                  <a:pt x="12" y="89"/>
                </a:cubicBezTo>
                <a:cubicBezTo>
                  <a:pt x="11" y="89"/>
                  <a:pt x="11" y="89"/>
                  <a:pt x="11" y="89"/>
                </a:cubicBezTo>
                <a:close/>
                <a:moveTo>
                  <a:pt x="24" y="76"/>
                </a:moveTo>
                <a:cubicBezTo>
                  <a:pt x="23" y="75"/>
                  <a:pt x="23" y="75"/>
                  <a:pt x="23" y="74"/>
                </a:cubicBezTo>
                <a:cubicBezTo>
                  <a:pt x="24" y="73"/>
                  <a:pt x="26" y="72"/>
                  <a:pt x="27" y="71"/>
                </a:cubicBezTo>
                <a:cubicBezTo>
                  <a:pt x="29" y="70"/>
                  <a:pt x="31" y="69"/>
                  <a:pt x="33" y="67"/>
                </a:cubicBezTo>
                <a:cubicBezTo>
                  <a:pt x="35" y="66"/>
                  <a:pt x="35" y="63"/>
                  <a:pt x="32" y="63"/>
                </a:cubicBezTo>
                <a:cubicBezTo>
                  <a:pt x="27" y="61"/>
                  <a:pt x="24" y="58"/>
                  <a:pt x="22" y="52"/>
                </a:cubicBezTo>
                <a:cubicBezTo>
                  <a:pt x="17" y="65"/>
                  <a:pt x="13" y="77"/>
                  <a:pt x="18" y="89"/>
                </a:cubicBezTo>
                <a:cubicBezTo>
                  <a:pt x="21" y="97"/>
                  <a:pt x="27" y="101"/>
                  <a:pt x="33" y="107"/>
                </a:cubicBezTo>
                <a:cubicBezTo>
                  <a:pt x="34" y="97"/>
                  <a:pt x="34" y="87"/>
                  <a:pt x="35" y="77"/>
                </a:cubicBezTo>
                <a:cubicBezTo>
                  <a:pt x="35" y="77"/>
                  <a:pt x="32" y="75"/>
                  <a:pt x="31" y="75"/>
                </a:cubicBezTo>
                <a:cubicBezTo>
                  <a:pt x="29" y="75"/>
                  <a:pt x="26" y="76"/>
                  <a:pt x="24" y="76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2BCE5E6-815F-4AB8-BD7C-2C634D4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740" y="6399998"/>
            <a:ext cx="218920" cy="261313"/>
          </a:xfrm>
          <a:custGeom xmlns:a="http://schemas.openxmlformats.org/drawingml/2006/main">
            <a:gdLst>
              <a:gd name="T0" fmla="*/ 54 w 128"/>
              <a:gd name="T1" fmla="*/ 76 h 154"/>
              <a:gd name="T2" fmla="*/ 66 w 128"/>
              <a:gd name="T3" fmla="*/ 53 h 154"/>
              <a:gd name="T4" fmla="*/ 49 w 128"/>
              <a:gd name="T5" fmla="*/ 47 h 154"/>
              <a:gd name="T6" fmla="*/ 64 w 128"/>
              <a:gd name="T7" fmla="*/ 44 h 154"/>
              <a:gd name="T8" fmla="*/ 83 w 128"/>
              <a:gd name="T9" fmla="*/ 6 h 154"/>
              <a:gd name="T10" fmla="*/ 91 w 128"/>
              <a:gd name="T11" fmla="*/ 11 h 154"/>
              <a:gd name="T12" fmla="*/ 96 w 128"/>
              <a:gd name="T13" fmla="*/ 36 h 154"/>
              <a:gd name="T14" fmla="*/ 106 w 128"/>
              <a:gd name="T15" fmla="*/ 41 h 154"/>
              <a:gd name="T16" fmla="*/ 82 w 128"/>
              <a:gd name="T17" fmla="*/ 50 h 154"/>
              <a:gd name="T18" fmla="*/ 71 w 128"/>
              <a:gd name="T19" fmla="*/ 65 h 154"/>
              <a:gd name="T20" fmla="*/ 110 w 128"/>
              <a:gd name="T21" fmla="*/ 74 h 154"/>
              <a:gd name="T22" fmla="*/ 101 w 128"/>
              <a:gd name="T23" fmla="*/ 87 h 154"/>
              <a:gd name="T24" fmla="*/ 111 w 128"/>
              <a:gd name="T25" fmla="*/ 98 h 154"/>
              <a:gd name="T26" fmla="*/ 92 w 128"/>
              <a:gd name="T27" fmla="*/ 104 h 154"/>
              <a:gd name="T28" fmla="*/ 86 w 128"/>
              <a:gd name="T29" fmla="*/ 116 h 154"/>
              <a:gd name="T30" fmla="*/ 124 w 128"/>
              <a:gd name="T31" fmla="*/ 112 h 154"/>
              <a:gd name="T32" fmla="*/ 120 w 128"/>
              <a:gd name="T33" fmla="*/ 122 h 154"/>
              <a:gd name="T34" fmla="*/ 111 w 128"/>
              <a:gd name="T35" fmla="*/ 144 h 154"/>
              <a:gd name="T36" fmla="*/ 105 w 128"/>
              <a:gd name="T37" fmla="*/ 153 h 154"/>
              <a:gd name="T38" fmla="*/ 55 w 128"/>
              <a:gd name="T39" fmla="*/ 129 h 154"/>
              <a:gd name="T40" fmla="*/ 53 w 128"/>
              <a:gd name="T41" fmla="*/ 121 h 154"/>
              <a:gd name="T42" fmla="*/ 61 w 128"/>
              <a:gd name="T43" fmla="*/ 125 h 154"/>
              <a:gd name="T44" fmla="*/ 94 w 128"/>
              <a:gd name="T45" fmla="*/ 140 h 154"/>
              <a:gd name="T46" fmla="*/ 85 w 128"/>
              <a:gd name="T47" fmla="*/ 127 h 154"/>
              <a:gd name="T48" fmla="*/ 71 w 128"/>
              <a:gd name="T49" fmla="*/ 108 h 154"/>
              <a:gd name="T50" fmla="*/ 52 w 128"/>
              <a:gd name="T51" fmla="*/ 113 h 154"/>
              <a:gd name="T52" fmla="*/ 38 w 128"/>
              <a:gd name="T53" fmla="*/ 97 h 154"/>
              <a:gd name="T54" fmla="*/ 51 w 128"/>
              <a:gd name="T55" fmla="*/ 97 h 154"/>
              <a:gd name="T56" fmla="*/ 34 w 128"/>
              <a:gd name="T57" fmla="*/ 93 h 154"/>
              <a:gd name="T58" fmla="*/ 35 w 128"/>
              <a:gd name="T59" fmla="*/ 105 h 154"/>
              <a:gd name="T60" fmla="*/ 26 w 128"/>
              <a:gd name="T61" fmla="*/ 154 h 154"/>
              <a:gd name="T62" fmla="*/ 20 w 128"/>
              <a:gd name="T63" fmla="*/ 118 h 154"/>
              <a:gd name="T64" fmla="*/ 0 w 128"/>
              <a:gd name="T65" fmla="*/ 103 h 154"/>
              <a:gd name="T66" fmla="*/ 19 w 128"/>
              <a:gd name="T67" fmla="*/ 72 h 154"/>
              <a:gd name="T68" fmla="*/ 25 w 128"/>
              <a:gd name="T69" fmla="*/ 51 h 154"/>
              <a:gd name="T70" fmla="*/ 39 w 128"/>
              <a:gd name="T71" fmla="*/ 14 h 154"/>
              <a:gd name="T72" fmla="*/ 51 w 128"/>
              <a:gd name="T73" fmla="*/ 24 h 154"/>
              <a:gd name="T74" fmla="*/ 39 w 128"/>
              <a:gd name="T75" fmla="*/ 44 h 154"/>
              <a:gd name="T76" fmla="*/ 48 w 128"/>
              <a:gd name="T77" fmla="*/ 73 h 154"/>
              <a:gd name="T78" fmla="*/ 81 w 128"/>
              <a:gd name="T79" fmla="*/ 90 h 154"/>
              <a:gd name="T80" fmla="*/ 92 w 128"/>
              <a:gd name="T81" fmla="*/ 71 h 154"/>
              <a:gd name="T82" fmla="*/ 81 w 128"/>
              <a:gd name="T83" fmla="*/ 80 h 154"/>
              <a:gd name="T84" fmla="*/ 76 w 128"/>
              <a:gd name="T85" fmla="*/ 73 h 154"/>
              <a:gd name="T86" fmla="*/ 67 w 128"/>
              <a:gd name="T87" fmla="*/ 79 h 154"/>
              <a:gd name="T88" fmla="*/ 76 w 128"/>
              <a:gd name="T89" fmla="*/ 73 h 154"/>
              <a:gd name="T90" fmla="*/ 56 w 128"/>
              <a:gd name="T91" fmla="*/ 88 h 154"/>
              <a:gd name="T92" fmla="*/ 63 w 128"/>
              <a:gd name="T93" fmla="*/ 81 h 154"/>
            </a:gdLst>
            <a:rect l="0" t="0" r="r" b="b"/>
            <a:pathLst>
              <a:path w="128" h="154">
                <a:moveTo>
                  <a:pt x="48" y="73"/>
                </a:moveTo>
                <a:cubicBezTo>
                  <a:pt x="50" y="74"/>
                  <a:pt x="52" y="75"/>
                  <a:pt x="54" y="76"/>
                </a:cubicBezTo>
                <a:cubicBezTo>
                  <a:pt x="57" y="74"/>
                  <a:pt x="60" y="72"/>
                  <a:pt x="63" y="70"/>
                </a:cubicBezTo>
                <a:cubicBezTo>
                  <a:pt x="58" y="63"/>
                  <a:pt x="65" y="59"/>
                  <a:pt x="66" y="53"/>
                </a:cubicBezTo>
                <a:cubicBezTo>
                  <a:pt x="63" y="53"/>
                  <a:pt x="59" y="53"/>
                  <a:pt x="56" y="52"/>
                </a:cubicBezTo>
                <a:cubicBezTo>
                  <a:pt x="54" y="51"/>
                  <a:pt x="51" y="49"/>
                  <a:pt x="49" y="47"/>
                </a:cubicBezTo>
                <a:cubicBezTo>
                  <a:pt x="49" y="46"/>
                  <a:pt x="50" y="46"/>
                  <a:pt x="50" y="46"/>
                </a:cubicBezTo>
                <a:cubicBezTo>
                  <a:pt x="55" y="45"/>
                  <a:pt x="59" y="45"/>
                  <a:pt x="64" y="44"/>
                </a:cubicBezTo>
                <a:cubicBezTo>
                  <a:pt x="68" y="44"/>
                  <a:pt x="70" y="42"/>
                  <a:pt x="71" y="38"/>
                </a:cubicBezTo>
                <a:cubicBezTo>
                  <a:pt x="75" y="27"/>
                  <a:pt x="79" y="16"/>
                  <a:pt x="83" y="6"/>
                </a:cubicBezTo>
                <a:cubicBezTo>
                  <a:pt x="84" y="3"/>
                  <a:pt x="84" y="0"/>
                  <a:pt x="88" y="2"/>
                </a:cubicBezTo>
                <a:cubicBezTo>
                  <a:pt x="92" y="4"/>
                  <a:pt x="94" y="9"/>
                  <a:pt x="91" y="11"/>
                </a:cubicBezTo>
                <a:cubicBezTo>
                  <a:pt x="83" y="19"/>
                  <a:pt x="83" y="30"/>
                  <a:pt x="80" y="41"/>
                </a:cubicBezTo>
                <a:cubicBezTo>
                  <a:pt x="85" y="39"/>
                  <a:pt x="91" y="37"/>
                  <a:pt x="96" y="36"/>
                </a:cubicBezTo>
                <a:cubicBezTo>
                  <a:pt x="98" y="35"/>
                  <a:pt x="101" y="35"/>
                  <a:pt x="102" y="36"/>
                </a:cubicBezTo>
                <a:cubicBezTo>
                  <a:pt x="104" y="37"/>
                  <a:pt x="106" y="39"/>
                  <a:pt x="106" y="41"/>
                </a:cubicBezTo>
                <a:cubicBezTo>
                  <a:pt x="106" y="42"/>
                  <a:pt x="105" y="44"/>
                  <a:pt x="103" y="44"/>
                </a:cubicBezTo>
                <a:cubicBezTo>
                  <a:pt x="96" y="46"/>
                  <a:pt x="89" y="48"/>
                  <a:pt x="82" y="50"/>
                </a:cubicBezTo>
                <a:cubicBezTo>
                  <a:pt x="78" y="50"/>
                  <a:pt x="77" y="51"/>
                  <a:pt x="76" y="54"/>
                </a:cubicBezTo>
                <a:cubicBezTo>
                  <a:pt x="74" y="58"/>
                  <a:pt x="73" y="61"/>
                  <a:pt x="71" y="65"/>
                </a:cubicBezTo>
                <a:cubicBezTo>
                  <a:pt x="82" y="63"/>
                  <a:pt x="92" y="62"/>
                  <a:pt x="102" y="66"/>
                </a:cubicBezTo>
                <a:cubicBezTo>
                  <a:pt x="106" y="67"/>
                  <a:pt x="110" y="69"/>
                  <a:pt x="110" y="74"/>
                </a:cubicBezTo>
                <a:cubicBezTo>
                  <a:pt x="111" y="79"/>
                  <a:pt x="109" y="83"/>
                  <a:pt x="104" y="85"/>
                </a:cubicBezTo>
                <a:cubicBezTo>
                  <a:pt x="103" y="85"/>
                  <a:pt x="102" y="86"/>
                  <a:pt x="101" y="87"/>
                </a:cubicBezTo>
                <a:cubicBezTo>
                  <a:pt x="103" y="88"/>
                  <a:pt x="105" y="88"/>
                  <a:pt x="106" y="89"/>
                </a:cubicBezTo>
                <a:cubicBezTo>
                  <a:pt x="110" y="91"/>
                  <a:pt x="112" y="94"/>
                  <a:pt x="111" y="98"/>
                </a:cubicBezTo>
                <a:cubicBezTo>
                  <a:pt x="110" y="102"/>
                  <a:pt x="107" y="103"/>
                  <a:pt x="104" y="103"/>
                </a:cubicBezTo>
                <a:cubicBezTo>
                  <a:pt x="100" y="103"/>
                  <a:pt x="96" y="104"/>
                  <a:pt x="92" y="104"/>
                </a:cubicBezTo>
                <a:cubicBezTo>
                  <a:pt x="86" y="105"/>
                  <a:pt x="81" y="111"/>
                  <a:pt x="82" y="117"/>
                </a:cubicBezTo>
                <a:cubicBezTo>
                  <a:pt x="83" y="117"/>
                  <a:pt x="85" y="117"/>
                  <a:pt x="86" y="116"/>
                </a:cubicBezTo>
                <a:cubicBezTo>
                  <a:pt x="95" y="111"/>
                  <a:pt x="104" y="109"/>
                  <a:pt x="114" y="109"/>
                </a:cubicBezTo>
                <a:cubicBezTo>
                  <a:pt x="118" y="110"/>
                  <a:pt x="121" y="111"/>
                  <a:pt x="124" y="112"/>
                </a:cubicBezTo>
                <a:cubicBezTo>
                  <a:pt x="128" y="114"/>
                  <a:pt x="128" y="117"/>
                  <a:pt x="126" y="120"/>
                </a:cubicBezTo>
                <a:cubicBezTo>
                  <a:pt x="125" y="123"/>
                  <a:pt x="122" y="123"/>
                  <a:pt x="120" y="122"/>
                </a:cubicBezTo>
                <a:cubicBezTo>
                  <a:pt x="111" y="118"/>
                  <a:pt x="104" y="120"/>
                  <a:pt x="97" y="123"/>
                </a:cubicBezTo>
                <a:cubicBezTo>
                  <a:pt x="101" y="130"/>
                  <a:pt x="106" y="137"/>
                  <a:pt x="111" y="144"/>
                </a:cubicBezTo>
                <a:cubicBezTo>
                  <a:pt x="112" y="146"/>
                  <a:pt x="112" y="150"/>
                  <a:pt x="111" y="152"/>
                </a:cubicBezTo>
                <a:cubicBezTo>
                  <a:pt x="111" y="153"/>
                  <a:pt x="107" y="153"/>
                  <a:pt x="105" y="153"/>
                </a:cubicBezTo>
                <a:cubicBezTo>
                  <a:pt x="91" y="150"/>
                  <a:pt x="77" y="146"/>
                  <a:pt x="66" y="138"/>
                </a:cubicBezTo>
                <a:cubicBezTo>
                  <a:pt x="62" y="135"/>
                  <a:pt x="59" y="132"/>
                  <a:pt x="55" y="129"/>
                </a:cubicBezTo>
                <a:cubicBezTo>
                  <a:pt x="54" y="128"/>
                  <a:pt x="53" y="127"/>
                  <a:pt x="53" y="126"/>
                </a:cubicBezTo>
                <a:cubicBezTo>
                  <a:pt x="53" y="124"/>
                  <a:pt x="53" y="122"/>
                  <a:pt x="53" y="121"/>
                </a:cubicBezTo>
                <a:cubicBezTo>
                  <a:pt x="55" y="121"/>
                  <a:pt x="57" y="121"/>
                  <a:pt x="58" y="121"/>
                </a:cubicBezTo>
                <a:cubicBezTo>
                  <a:pt x="59" y="122"/>
                  <a:pt x="60" y="123"/>
                  <a:pt x="61" y="125"/>
                </a:cubicBezTo>
                <a:cubicBezTo>
                  <a:pt x="70" y="134"/>
                  <a:pt x="80" y="139"/>
                  <a:pt x="92" y="140"/>
                </a:cubicBezTo>
                <a:cubicBezTo>
                  <a:pt x="93" y="140"/>
                  <a:pt x="93" y="140"/>
                  <a:pt x="94" y="140"/>
                </a:cubicBezTo>
                <a:cubicBezTo>
                  <a:pt x="92" y="136"/>
                  <a:pt x="90" y="132"/>
                  <a:pt x="88" y="128"/>
                </a:cubicBezTo>
                <a:cubicBezTo>
                  <a:pt x="88" y="128"/>
                  <a:pt x="86" y="127"/>
                  <a:pt x="85" y="127"/>
                </a:cubicBezTo>
                <a:cubicBezTo>
                  <a:pt x="71" y="126"/>
                  <a:pt x="70" y="124"/>
                  <a:pt x="71" y="111"/>
                </a:cubicBezTo>
                <a:cubicBezTo>
                  <a:pt x="71" y="110"/>
                  <a:pt x="71" y="109"/>
                  <a:pt x="71" y="108"/>
                </a:cubicBezTo>
                <a:cubicBezTo>
                  <a:pt x="68" y="109"/>
                  <a:pt x="65" y="109"/>
                  <a:pt x="62" y="110"/>
                </a:cubicBezTo>
                <a:cubicBezTo>
                  <a:pt x="59" y="111"/>
                  <a:pt x="55" y="112"/>
                  <a:pt x="52" y="113"/>
                </a:cubicBezTo>
                <a:cubicBezTo>
                  <a:pt x="48" y="114"/>
                  <a:pt x="44" y="115"/>
                  <a:pt x="41" y="111"/>
                </a:cubicBezTo>
                <a:cubicBezTo>
                  <a:pt x="37" y="107"/>
                  <a:pt x="37" y="102"/>
                  <a:pt x="38" y="97"/>
                </a:cubicBezTo>
                <a:cubicBezTo>
                  <a:pt x="38" y="96"/>
                  <a:pt x="40" y="96"/>
                  <a:pt x="42" y="96"/>
                </a:cubicBezTo>
                <a:cubicBezTo>
                  <a:pt x="45" y="96"/>
                  <a:pt x="48" y="96"/>
                  <a:pt x="51" y="97"/>
                </a:cubicBezTo>
                <a:cubicBezTo>
                  <a:pt x="48" y="90"/>
                  <a:pt x="46" y="84"/>
                  <a:pt x="43" y="78"/>
                </a:cubicBezTo>
                <a:cubicBezTo>
                  <a:pt x="40" y="83"/>
                  <a:pt x="37" y="88"/>
                  <a:pt x="34" y="93"/>
                </a:cubicBezTo>
                <a:cubicBezTo>
                  <a:pt x="33" y="94"/>
                  <a:pt x="33" y="96"/>
                  <a:pt x="34" y="98"/>
                </a:cubicBezTo>
                <a:cubicBezTo>
                  <a:pt x="34" y="100"/>
                  <a:pt x="35" y="103"/>
                  <a:pt x="35" y="105"/>
                </a:cubicBezTo>
                <a:cubicBezTo>
                  <a:pt x="32" y="121"/>
                  <a:pt x="29" y="136"/>
                  <a:pt x="27" y="151"/>
                </a:cubicBezTo>
                <a:cubicBezTo>
                  <a:pt x="26" y="152"/>
                  <a:pt x="26" y="153"/>
                  <a:pt x="26" y="154"/>
                </a:cubicBezTo>
                <a:cubicBezTo>
                  <a:pt x="17" y="153"/>
                  <a:pt x="14" y="149"/>
                  <a:pt x="15" y="141"/>
                </a:cubicBezTo>
                <a:cubicBezTo>
                  <a:pt x="17" y="134"/>
                  <a:pt x="18" y="126"/>
                  <a:pt x="20" y="118"/>
                </a:cubicBezTo>
                <a:cubicBezTo>
                  <a:pt x="15" y="123"/>
                  <a:pt x="12" y="122"/>
                  <a:pt x="7" y="118"/>
                </a:cubicBezTo>
                <a:cubicBezTo>
                  <a:pt x="3" y="114"/>
                  <a:pt x="0" y="109"/>
                  <a:pt x="0" y="103"/>
                </a:cubicBezTo>
                <a:cubicBezTo>
                  <a:pt x="0" y="102"/>
                  <a:pt x="1" y="101"/>
                  <a:pt x="1" y="100"/>
                </a:cubicBezTo>
                <a:cubicBezTo>
                  <a:pt x="7" y="91"/>
                  <a:pt x="14" y="82"/>
                  <a:pt x="19" y="72"/>
                </a:cubicBezTo>
                <a:cubicBezTo>
                  <a:pt x="22" y="67"/>
                  <a:pt x="24" y="61"/>
                  <a:pt x="26" y="55"/>
                </a:cubicBezTo>
                <a:cubicBezTo>
                  <a:pt x="27" y="54"/>
                  <a:pt x="25" y="53"/>
                  <a:pt x="25" y="51"/>
                </a:cubicBezTo>
                <a:cubicBezTo>
                  <a:pt x="18" y="43"/>
                  <a:pt x="18" y="39"/>
                  <a:pt x="23" y="30"/>
                </a:cubicBezTo>
                <a:cubicBezTo>
                  <a:pt x="27" y="23"/>
                  <a:pt x="32" y="17"/>
                  <a:pt x="39" y="14"/>
                </a:cubicBezTo>
                <a:cubicBezTo>
                  <a:pt x="45" y="11"/>
                  <a:pt x="50" y="12"/>
                  <a:pt x="53" y="16"/>
                </a:cubicBezTo>
                <a:cubicBezTo>
                  <a:pt x="56" y="20"/>
                  <a:pt x="56" y="22"/>
                  <a:pt x="51" y="24"/>
                </a:cubicBezTo>
                <a:cubicBezTo>
                  <a:pt x="44" y="26"/>
                  <a:pt x="41" y="31"/>
                  <a:pt x="37" y="36"/>
                </a:cubicBezTo>
                <a:cubicBezTo>
                  <a:pt x="36" y="39"/>
                  <a:pt x="36" y="42"/>
                  <a:pt x="39" y="44"/>
                </a:cubicBezTo>
                <a:cubicBezTo>
                  <a:pt x="41" y="45"/>
                  <a:pt x="42" y="47"/>
                  <a:pt x="43" y="48"/>
                </a:cubicBezTo>
                <a:cubicBezTo>
                  <a:pt x="52" y="58"/>
                  <a:pt x="54" y="62"/>
                  <a:pt x="48" y="73"/>
                </a:cubicBezTo>
                <a:close/>
                <a:moveTo>
                  <a:pt x="79" y="89"/>
                </a:moveTo>
                <a:cubicBezTo>
                  <a:pt x="80" y="89"/>
                  <a:pt x="80" y="90"/>
                  <a:pt x="81" y="90"/>
                </a:cubicBezTo>
                <a:cubicBezTo>
                  <a:pt x="85" y="86"/>
                  <a:pt x="90" y="81"/>
                  <a:pt x="95" y="76"/>
                </a:cubicBezTo>
                <a:cubicBezTo>
                  <a:pt x="97" y="73"/>
                  <a:pt x="95" y="71"/>
                  <a:pt x="92" y="71"/>
                </a:cubicBezTo>
                <a:cubicBezTo>
                  <a:pt x="88" y="71"/>
                  <a:pt x="85" y="71"/>
                  <a:pt x="81" y="71"/>
                </a:cubicBezTo>
                <a:cubicBezTo>
                  <a:pt x="81" y="75"/>
                  <a:pt x="81" y="77"/>
                  <a:pt x="81" y="80"/>
                </a:cubicBezTo>
                <a:cubicBezTo>
                  <a:pt x="81" y="83"/>
                  <a:pt x="80" y="86"/>
                  <a:pt x="79" y="89"/>
                </a:cubicBezTo>
                <a:close/>
                <a:moveTo>
                  <a:pt x="76" y="73"/>
                </a:moveTo>
                <a:cubicBezTo>
                  <a:pt x="73" y="74"/>
                  <a:pt x="71" y="75"/>
                  <a:pt x="69" y="77"/>
                </a:cubicBezTo>
                <a:cubicBezTo>
                  <a:pt x="68" y="77"/>
                  <a:pt x="67" y="78"/>
                  <a:pt x="67" y="79"/>
                </a:cubicBezTo>
                <a:cubicBezTo>
                  <a:pt x="67" y="84"/>
                  <a:pt x="68" y="88"/>
                  <a:pt x="68" y="92"/>
                </a:cubicBezTo>
                <a:cubicBezTo>
                  <a:pt x="74" y="91"/>
                  <a:pt x="77" y="83"/>
                  <a:pt x="76" y="73"/>
                </a:cubicBezTo>
                <a:close/>
                <a:moveTo>
                  <a:pt x="63" y="81"/>
                </a:moveTo>
                <a:cubicBezTo>
                  <a:pt x="55" y="84"/>
                  <a:pt x="54" y="85"/>
                  <a:pt x="56" y="88"/>
                </a:cubicBezTo>
                <a:cubicBezTo>
                  <a:pt x="58" y="94"/>
                  <a:pt x="60" y="95"/>
                  <a:pt x="65" y="93"/>
                </a:cubicBezTo>
                <a:cubicBezTo>
                  <a:pt x="64" y="89"/>
                  <a:pt x="63" y="85"/>
                  <a:pt x="63" y="8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F9F255F-352F-4C48-9345-DE30A90F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849" y="6603734"/>
            <a:ext cx="27207" cy="72763"/>
          </a:xfrm>
          <a:custGeom xmlns:a="http://schemas.openxmlformats.org/drawingml/2006/main">
            <a:gdLst>
              <a:gd name="T0" fmla="*/ 9 w 16"/>
              <a:gd name="T1" fmla="*/ 0 h 43"/>
              <a:gd name="T2" fmla="*/ 15 w 16"/>
              <a:gd name="T3" fmla="*/ 11 h 43"/>
              <a:gd name="T4" fmla="*/ 9 w 16"/>
              <a:gd name="T5" fmla="*/ 43 h 43"/>
              <a:gd name="T6" fmla="*/ 2 w 16"/>
              <a:gd name="T7" fmla="*/ 39 h 43"/>
              <a:gd name="T8" fmla="*/ 0 w 16"/>
              <a:gd name="T9" fmla="*/ 35 h 43"/>
              <a:gd name="T10" fmla="*/ 9 w 16"/>
              <a:gd name="T11" fmla="*/ 0 h 43"/>
            </a:gdLst>
            <a:rect l="0" t="0" r="r" b="b"/>
            <a:pathLst>
              <a:path w="16" h="43">
                <a:moveTo>
                  <a:pt x="9" y="0"/>
                </a:moveTo>
                <a:cubicBezTo>
                  <a:pt x="15" y="3"/>
                  <a:pt x="16" y="6"/>
                  <a:pt x="15" y="11"/>
                </a:cubicBezTo>
                <a:cubicBezTo>
                  <a:pt x="12" y="21"/>
                  <a:pt x="11" y="32"/>
                  <a:pt x="9" y="43"/>
                </a:cubicBezTo>
                <a:cubicBezTo>
                  <a:pt x="6" y="41"/>
                  <a:pt x="4" y="40"/>
                  <a:pt x="2" y="39"/>
                </a:cubicBezTo>
                <a:cubicBezTo>
                  <a:pt x="1" y="38"/>
                  <a:pt x="0" y="37"/>
                  <a:pt x="0" y="35"/>
                </a:cubicBezTo>
                <a:cubicBezTo>
                  <a:pt x="3" y="24"/>
                  <a:pt x="6" y="12"/>
                  <a:pt x="9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AEFD235-6250-4474-90FB-1E3D3E7A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565" y="6471814"/>
            <a:ext cx="97438" cy="126544"/>
          </a:xfrm>
          <a:custGeom xmlns:a="http://schemas.openxmlformats.org/drawingml/2006/main">
            <a:gdLst>
              <a:gd name="T0" fmla="*/ 49 w 57"/>
              <a:gd name="T1" fmla="*/ 74 h 75"/>
              <a:gd name="T2" fmla="*/ 40 w 57"/>
              <a:gd name="T3" fmla="*/ 67 h 75"/>
              <a:gd name="T4" fmla="*/ 33 w 57"/>
              <a:gd name="T5" fmla="*/ 48 h 75"/>
              <a:gd name="T6" fmla="*/ 27 w 57"/>
              <a:gd name="T7" fmla="*/ 46 h 75"/>
              <a:gd name="T8" fmla="*/ 11 w 57"/>
              <a:gd name="T9" fmla="*/ 60 h 75"/>
              <a:gd name="T10" fmla="*/ 5 w 57"/>
              <a:gd name="T11" fmla="*/ 60 h 75"/>
              <a:gd name="T12" fmla="*/ 6 w 57"/>
              <a:gd name="T13" fmla="*/ 46 h 75"/>
              <a:gd name="T14" fmla="*/ 27 w 57"/>
              <a:gd name="T15" fmla="*/ 26 h 75"/>
              <a:gd name="T16" fmla="*/ 40 w 57"/>
              <a:gd name="T17" fmla="*/ 10 h 75"/>
              <a:gd name="T18" fmla="*/ 41 w 57"/>
              <a:gd name="T19" fmla="*/ 6 h 75"/>
              <a:gd name="T20" fmla="*/ 45 w 57"/>
              <a:gd name="T21" fmla="*/ 0 h 75"/>
              <a:gd name="T22" fmla="*/ 53 w 57"/>
              <a:gd name="T23" fmla="*/ 3 h 75"/>
              <a:gd name="T24" fmla="*/ 53 w 57"/>
              <a:gd name="T25" fmla="*/ 20 h 75"/>
              <a:gd name="T26" fmla="*/ 37 w 57"/>
              <a:gd name="T27" fmla="*/ 38 h 75"/>
              <a:gd name="T28" fmla="*/ 49 w 57"/>
              <a:gd name="T29" fmla="*/ 74 h 75"/>
            </a:gdLst>
            <a:rect l="0" t="0" r="r" b="b"/>
            <a:pathLst>
              <a:path w="57" h="75">
                <a:moveTo>
                  <a:pt x="49" y="74"/>
                </a:moveTo>
                <a:cubicBezTo>
                  <a:pt x="43" y="75"/>
                  <a:pt x="41" y="72"/>
                  <a:pt x="40" y="67"/>
                </a:cubicBezTo>
                <a:cubicBezTo>
                  <a:pt x="38" y="61"/>
                  <a:pt x="35" y="54"/>
                  <a:pt x="33" y="48"/>
                </a:cubicBezTo>
                <a:cubicBezTo>
                  <a:pt x="32" y="45"/>
                  <a:pt x="30" y="44"/>
                  <a:pt x="27" y="46"/>
                </a:cubicBezTo>
                <a:cubicBezTo>
                  <a:pt x="22" y="51"/>
                  <a:pt x="16" y="55"/>
                  <a:pt x="11" y="60"/>
                </a:cubicBezTo>
                <a:cubicBezTo>
                  <a:pt x="8" y="63"/>
                  <a:pt x="7" y="62"/>
                  <a:pt x="5" y="60"/>
                </a:cubicBezTo>
                <a:cubicBezTo>
                  <a:pt x="0" y="54"/>
                  <a:pt x="0" y="51"/>
                  <a:pt x="6" y="46"/>
                </a:cubicBezTo>
                <a:cubicBezTo>
                  <a:pt x="13" y="39"/>
                  <a:pt x="20" y="33"/>
                  <a:pt x="27" y="26"/>
                </a:cubicBezTo>
                <a:cubicBezTo>
                  <a:pt x="32" y="21"/>
                  <a:pt x="36" y="15"/>
                  <a:pt x="40" y="10"/>
                </a:cubicBezTo>
                <a:cubicBezTo>
                  <a:pt x="40" y="9"/>
                  <a:pt x="41" y="7"/>
                  <a:pt x="41" y="6"/>
                </a:cubicBezTo>
                <a:cubicBezTo>
                  <a:pt x="40" y="3"/>
                  <a:pt x="42" y="0"/>
                  <a:pt x="45" y="0"/>
                </a:cubicBezTo>
                <a:cubicBezTo>
                  <a:pt x="48" y="0"/>
                  <a:pt x="51" y="1"/>
                  <a:pt x="53" y="3"/>
                </a:cubicBezTo>
                <a:cubicBezTo>
                  <a:pt x="57" y="6"/>
                  <a:pt x="57" y="16"/>
                  <a:pt x="53" y="20"/>
                </a:cubicBezTo>
                <a:cubicBezTo>
                  <a:pt x="48" y="26"/>
                  <a:pt x="42" y="32"/>
                  <a:pt x="37" y="38"/>
                </a:cubicBezTo>
                <a:cubicBezTo>
                  <a:pt x="44" y="49"/>
                  <a:pt x="49" y="61"/>
                  <a:pt x="49" y="7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F24C9BC-28DE-4371-BC1F-B0673308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213" y="6503450"/>
            <a:ext cx="49352" cy="93642"/>
          </a:xfrm>
          <a:custGeom xmlns:a="http://schemas.openxmlformats.org/drawingml/2006/main">
            <a:gdLst>
              <a:gd name="T0" fmla="*/ 12 w 29"/>
              <a:gd name="T1" fmla="*/ 30 h 55"/>
              <a:gd name="T2" fmla="*/ 20 w 29"/>
              <a:gd name="T3" fmla="*/ 7 h 55"/>
              <a:gd name="T4" fmla="*/ 25 w 29"/>
              <a:gd name="T5" fmla="*/ 1 h 55"/>
              <a:gd name="T6" fmla="*/ 26 w 29"/>
              <a:gd name="T7" fmla="*/ 9 h 55"/>
              <a:gd name="T8" fmla="*/ 16 w 29"/>
              <a:gd name="T9" fmla="*/ 39 h 55"/>
              <a:gd name="T10" fmla="*/ 13 w 29"/>
              <a:gd name="T11" fmla="*/ 52 h 55"/>
              <a:gd name="T12" fmla="*/ 7 w 29"/>
              <a:gd name="T13" fmla="*/ 54 h 55"/>
              <a:gd name="T14" fmla="*/ 2 w 29"/>
              <a:gd name="T15" fmla="*/ 41 h 55"/>
              <a:gd name="T16" fmla="*/ 3 w 29"/>
              <a:gd name="T17" fmla="*/ 32 h 55"/>
              <a:gd name="T18" fmla="*/ 2 w 29"/>
              <a:gd name="T19" fmla="*/ 6 h 55"/>
              <a:gd name="T20" fmla="*/ 6 w 29"/>
              <a:gd name="T21" fmla="*/ 5 h 55"/>
              <a:gd name="T22" fmla="*/ 10 w 29"/>
              <a:gd name="T23" fmla="*/ 14 h 55"/>
              <a:gd name="T24" fmla="*/ 11 w 29"/>
              <a:gd name="T25" fmla="*/ 30 h 55"/>
              <a:gd name="T26" fmla="*/ 12 w 29"/>
              <a:gd name="T27" fmla="*/ 30 h 55"/>
            </a:gdLst>
            <a:rect l="0" t="0" r="r" b="b"/>
            <a:pathLst>
              <a:path w="29" h="55">
                <a:moveTo>
                  <a:pt x="12" y="30"/>
                </a:moveTo>
                <a:cubicBezTo>
                  <a:pt x="15" y="23"/>
                  <a:pt x="17" y="15"/>
                  <a:pt x="20" y="7"/>
                </a:cubicBezTo>
                <a:cubicBezTo>
                  <a:pt x="21" y="5"/>
                  <a:pt x="21" y="0"/>
                  <a:pt x="25" y="1"/>
                </a:cubicBezTo>
                <a:cubicBezTo>
                  <a:pt x="29" y="2"/>
                  <a:pt x="27" y="6"/>
                  <a:pt x="26" y="9"/>
                </a:cubicBezTo>
                <a:cubicBezTo>
                  <a:pt x="23" y="19"/>
                  <a:pt x="19" y="29"/>
                  <a:pt x="16" y="39"/>
                </a:cubicBezTo>
                <a:cubicBezTo>
                  <a:pt x="15" y="43"/>
                  <a:pt x="14" y="48"/>
                  <a:pt x="13" y="52"/>
                </a:cubicBezTo>
                <a:cubicBezTo>
                  <a:pt x="12" y="55"/>
                  <a:pt x="10" y="55"/>
                  <a:pt x="7" y="54"/>
                </a:cubicBezTo>
                <a:cubicBezTo>
                  <a:pt x="1" y="50"/>
                  <a:pt x="0" y="49"/>
                  <a:pt x="2" y="41"/>
                </a:cubicBezTo>
                <a:cubicBezTo>
                  <a:pt x="3" y="38"/>
                  <a:pt x="3" y="35"/>
                  <a:pt x="3" y="32"/>
                </a:cubicBezTo>
                <a:cubicBezTo>
                  <a:pt x="3" y="23"/>
                  <a:pt x="2" y="15"/>
                  <a:pt x="2" y="6"/>
                </a:cubicBezTo>
                <a:cubicBezTo>
                  <a:pt x="2" y="3"/>
                  <a:pt x="5" y="3"/>
                  <a:pt x="6" y="5"/>
                </a:cubicBezTo>
                <a:cubicBezTo>
                  <a:pt x="8" y="7"/>
                  <a:pt x="10" y="11"/>
                  <a:pt x="10" y="14"/>
                </a:cubicBezTo>
                <a:cubicBezTo>
                  <a:pt x="11" y="19"/>
                  <a:pt x="11" y="25"/>
                  <a:pt x="11" y="30"/>
                </a:cubicBezTo>
                <a:cubicBezTo>
                  <a:pt x="11" y="30"/>
                  <a:pt x="12" y="30"/>
                  <a:pt x="12" y="3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6D28A00-E440-4AB0-A552-0BC29E15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18" y="6473079"/>
            <a:ext cx="45555" cy="29105"/>
          </a:xfrm>
          <a:custGeom xmlns:a="http://schemas.openxmlformats.org/drawingml/2006/main">
            <a:gdLst>
              <a:gd name="T0" fmla="*/ 27 w 27"/>
              <a:gd name="T1" fmla="*/ 1 h 17"/>
              <a:gd name="T2" fmla="*/ 16 w 27"/>
              <a:gd name="T3" fmla="*/ 14 h 17"/>
              <a:gd name="T4" fmla="*/ 5 w 27"/>
              <a:gd name="T5" fmla="*/ 13 h 17"/>
              <a:gd name="T6" fmla="*/ 0 w 27"/>
              <a:gd name="T7" fmla="*/ 4 h 17"/>
              <a:gd name="T8" fmla="*/ 9 w 27"/>
              <a:gd name="T9" fmla="*/ 2 h 17"/>
              <a:gd name="T10" fmla="*/ 27 w 27"/>
              <a:gd name="T11" fmla="*/ 0 h 17"/>
              <a:gd name="T12" fmla="*/ 27 w 27"/>
              <a:gd name="T13" fmla="*/ 1 h 17"/>
            </a:gdLst>
            <a:rect l="0" t="0" r="r" b="b"/>
            <a:pathLst>
              <a:path w="27" h="17">
                <a:moveTo>
                  <a:pt x="27" y="1"/>
                </a:moveTo>
                <a:cubicBezTo>
                  <a:pt x="24" y="6"/>
                  <a:pt x="20" y="10"/>
                  <a:pt x="16" y="14"/>
                </a:cubicBezTo>
                <a:cubicBezTo>
                  <a:pt x="14" y="17"/>
                  <a:pt x="8" y="16"/>
                  <a:pt x="5" y="13"/>
                </a:cubicBezTo>
                <a:cubicBezTo>
                  <a:pt x="3" y="10"/>
                  <a:pt x="1" y="7"/>
                  <a:pt x="0" y="4"/>
                </a:cubicBezTo>
                <a:cubicBezTo>
                  <a:pt x="3" y="3"/>
                  <a:pt x="6" y="2"/>
                  <a:pt x="9" y="2"/>
                </a:cubicBezTo>
                <a:cubicBezTo>
                  <a:pt x="15" y="1"/>
                  <a:pt x="21" y="1"/>
                  <a:pt x="27" y="0"/>
                </a:cubicBezTo>
                <a:cubicBezTo>
                  <a:pt x="27" y="1"/>
                  <a:pt x="27" y="1"/>
                  <a:pt x="2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15F8F95-E77A-4AA8-B4FB-1B7DB7A8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0007" y="6399999"/>
            <a:ext cx="175353" cy="245495"/>
          </a:xfrm>
          <a:custGeom xmlns:a="http://schemas.openxmlformats.org/drawingml/2006/main">
            <a:gdLst>
              <a:gd name="T0" fmla="*/ 29 w 72"/>
              <a:gd name="T1" fmla="*/ 49 h 102"/>
              <a:gd name="T2" fmla="*/ 15 w 72"/>
              <a:gd name="T3" fmla="*/ 43 h 102"/>
              <a:gd name="T4" fmla="*/ 10 w 72"/>
              <a:gd name="T5" fmla="*/ 21 h 102"/>
              <a:gd name="T6" fmla="*/ 13 w 72"/>
              <a:gd name="T7" fmla="*/ 15 h 102"/>
              <a:gd name="T8" fmla="*/ 19 w 72"/>
              <a:gd name="T9" fmla="*/ 18 h 102"/>
              <a:gd name="T10" fmla="*/ 20 w 72"/>
              <a:gd name="T11" fmla="*/ 26 h 102"/>
              <a:gd name="T12" fmla="*/ 35 w 72"/>
              <a:gd name="T13" fmla="*/ 22 h 102"/>
              <a:gd name="T14" fmla="*/ 40 w 72"/>
              <a:gd name="T15" fmla="*/ 16 h 102"/>
              <a:gd name="T16" fmla="*/ 43 w 72"/>
              <a:gd name="T17" fmla="*/ 14 h 102"/>
              <a:gd name="T18" fmla="*/ 44 w 72"/>
              <a:gd name="T19" fmla="*/ 19 h 102"/>
              <a:gd name="T20" fmla="*/ 43 w 72"/>
              <a:gd name="T21" fmla="*/ 28 h 102"/>
              <a:gd name="T22" fmla="*/ 36 w 72"/>
              <a:gd name="T23" fmla="*/ 40 h 102"/>
              <a:gd name="T24" fmla="*/ 37 w 72"/>
              <a:gd name="T25" fmla="*/ 42 h 102"/>
              <a:gd name="T26" fmla="*/ 44 w 72"/>
              <a:gd name="T27" fmla="*/ 38 h 102"/>
              <a:gd name="T28" fmla="*/ 56 w 72"/>
              <a:gd name="T29" fmla="*/ 20 h 102"/>
              <a:gd name="T30" fmla="*/ 49 w 72"/>
              <a:gd name="T31" fmla="*/ 9 h 102"/>
              <a:gd name="T32" fmla="*/ 28 w 72"/>
              <a:gd name="T33" fmla="*/ 14 h 102"/>
              <a:gd name="T34" fmla="*/ 20 w 72"/>
              <a:gd name="T35" fmla="*/ 13 h 102"/>
              <a:gd name="T36" fmla="*/ 22 w 72"/>
              <a:gd name="T37" fmla="*/ 6 h 102"/>
              <a:gd name="T38" fmla="*/ 50 w 72"/>
              <a:gd name="T39" fmla="*/ 1 h 102"/>
              <a:gd name="T40" fmla="*/ 68 w 72"/>
              <a:gd name="T41" fmla="*/ 12 h 102"/>
              <a:gd name="T42" fmla="*/ 67 w 72"/>
              <a:gd name="T43" fmla="*/ 24 h 102"/>
              <a:gd name="T44" fmla="*/ 49 w 72"/>
              <a:gd name="T45" fmla="*/ 48 h 102"/>
              <a:gd name="T46" fmla="*/ 42 w 72"/>
              <a:gd name="T47" fmla="*/ 49 h 102"/>
              <a:gd name="T48" fmla="*/ 37 w 72"/>
              <a:gd name="T49" fmla="*/ 47 h 102"/>
              <a:gd name="T50" fmla="*/ 35 w 72"/>
              <a:gd name="T51" fmla="*/ 52 h 102"/>
              <a:gd name="T52" fmla="*/ 41 w 72"/>
              <a:gd name="T53" fmla="*/ 58 h 102"/>
              <a:gd name="T54" fmla="*/ 48 w 72"/>
              <a:gd name="T55" fmla="*/ 57 h 102"/>
              <a:gd name="T56" fmla="*/ 53 w 72"/>
              <a:gd name="T57" fmla="*/ 59 h 102"/>
              <a:gd name="T58" fmla="*/ 53 w 72"/>
              <a:gd name="T59" fmla="*/ 66 h 102"/>
              <a:gd name="T60" fmla="*/ 48 w 72"/>
              <a:gd name="T61" fmla="*/ 70 h 102"/>
              <a:gd name="T62" fmla="*/ 37 w 72"/>
              <a:gd name="T63" fmla="*/ 81 h 102"/>
              <a:gd name="T64" fmla="*/ 45 w 72"/>
              <a:gd name="T65" fmla="*/ 81 h 102"/>
              <a:gd name="T66" fmla="*/ 57 w 72"/>
              <a:gd name="T67" fmla="*/ 89 h 102"/>
              <a:gd name="T68" fmla="*/ 51 w 72"/>
              <a:gd name="T69" fmla="*/ 98 h 102"/>
              <a:gd name="T70" fmla="*/ 26 w 72"/>
              <a:gd name="T71" fmla="*/ 101 h 102"/>
              <a:gd name="T72" fmla="*/ 17 w 72"/>
              <a:gd name="T73" fmla="*/ 96 h 102"/>
              <a:gd name="T74" fmla="*/ 15 w 72"/>
              <a:gd name="T75" fmla="*/ 94 h 102"/>
              <a:gd name="T76" fmla="*/ 19 w 72"/>
              <a:gd name="T77" fmla="*/ 77 h 102"/>
              <a:gd name="T78" fmla="*/ 27 w 72"/>
              <a:gd name="T79" fmla="*/ 70 h 102"/>
              <a:gd name="T80" fmla="*/ 27 w 72"/>
              <a:gd name="T81" fmla="*/ 69 h 102"/>
              <a:gd name="T82" fmla="*/ 21 w 72"/>
              <a:gd name="T83" fmla="*/ 71 h 102"/>
              <a:gd name="T84" fmla="*/ 9 w 72"/>
              <a:gd name="T85" fmla="*/ 76 h 102"/>
              <a:gd name="T86" fmla="*/ 3 w 72"/>
              <a:gd name="T87" fmla="*/ 75 h 102"/>
              <a:gd name="T88" fmla="*/ 4 w 72"/>
              <a:gd name="T89" fmla="*/ 69 h 102"/>
              <a:gd name="T90" fmla="*/ 26 w 72"/>
              <a:gd name="T91" fmla="*/ 60 h 102"/>
              <a:gd name="T92" fmla="*/ 28 w 72"/>
              <a:gd name="T93" fmla="*/ 57 h 102"/>
              <a:gd name="T94" fmla="*/ 29 w 72"/>
              <a:gd name="T95" fmla="*/ 49 h 102"/>
              <a:gd name="T96" fmla="*/ 34 w 72"/>
              <a:gd name="T97" fmla="*/ 29 h 102"/>
              <a:gd name="T98" fmla="*/ 33 w 72"/>
              <a:gd name="T99" fmla="*/ 28 h 102"/>
              <a:gd name="T100" fmla="*/ 26 w 72"/>
              <a:gd name="T101" fmla="*/ 32 h 102"/>
              <a:gd name="T102" fmla="*/ 23 w 72"/>
              <a:gd name="T103" fmla="*/ 36 h 102"/>
              <a:gd name="T104" fmla="*/ 26 w 72"/>
              <a:gd name="T105" fmla="*/ 42 h 102"/>
              <a:gd name="T106" fmla="*/ 31 w 72"/>
              <a:gd name="T107" fmla="*/ 40 h 102"/>
              <a:gd name="T108" fmla="*/ 34 w 72"/>
              <a:gd name="T109" fmla="*/ 29 h 102"/>
            </a:gdLst>
            <a:rect l="0" t="0" r="r" b="b"/>
            <a:pathLst>
              <a:path w="72" h="102">
                <a:moveTo>
                  <a:pt x="29" y="49"/>
                </a:moveTo>
                <a:cubicBezTo>
                  <a:pt x="19" y="52"/>
                  <a:pt x="18" y="52"/>
                  <a:pt x="15" y="43"/>
                </a:cubicBezTo>
                <a:cubicBezTo>
                  <a:pt x="13" y="36"/>
                  <a:pt x="11" y="28"/>
                  <a:pt x="10" y="21"/>
                </a:cubicBezTo>
                <a:cubicBezTo>
                  <a:pt x="9" y="19"/>
                  <a:pt x="11" y="16"/>
                  <a:pt x="13" y="15"/>
                </a:cubicBezTo>
                <a:cubicBezTo>
                  <a:pt x="16" y="13"/>
                  <a:pt x="18" y="16"/>
                  <a:pt x="19" y="18"/>
                </a:cubicBezTo>
                <a:cubicBezTo>
                  <a:pt x="19" y="21"/>
                  <a:pt x="20" y="23"/>
                  <a:pt x="20" y="26"/>
                </a:cubicBezTo>
                <a:cubicBezTo>
                  <a:pt x="26" y="25"/>
                  <a:pt x="31" y="24"/>
                  <a:pt x="35" y="22"/>
                </a:cubicBezTo>
                <a:cubicBezTo>
                  <a:pt x="37" y="21"/>
                  <a:pt x="38" y="18"/>
                  <a:pt x="40" y="16"/>
                </a:cubicBezTo>
                <a:cubicBezTo>
                  <a:pt x="41" y="15"/>
                  <a:pt x="42" y="14"/>
                  <a:pt x="43" y="14"/>
                </a:cubicBezTo>
                <a:cubicBezTo>
                  <a:pt x="44" y="15"/>
                  <a:pt x="44" y="17"/>
                  <a:pt x="44" y="19"/>
                </a:cubicBezTo>
                <a:cubicBezTo>
                  <a:pt x="44" y="22"/>
                  <a:pt x="43" y="25"/>
                  <a:pt x="43" y="28"/>
                </a:cubicBezTo>
                <a:cubicBezTo>
                  <a:pt x="37" y="29"/>
                  <a:pt x="39" y="36"/>
                  <a:pt x="36" y="40"/>
                </a:cubicBezTo>
                <a:cubicBezTo>
                  <a:pt x="36" y="41"/>
                  <a:pt x="37" y="41"/>
                  <a:pt x="37" y="42"/>
                </a:cubicBezTo>
                <a:cubicBezTo>
                  <a:pt x="39" y="41"/>
                  <a:pt x="42" y="40"/>
                  <a:pt x="44" y="38"/>
                </a:cubicBezTo>
                <a:cubicBezTo>
                  <a:pt x="48" y="32"/>
                  <a:pt x="52" y="26"/>
                  <a:pt x="56" y="20"/>
                </a:cubicBezTo>
                <a:cubicBezTo>
                  <a:pt x="59" y="15"/>
                  <a:pt x="56" y="9"/>
                  <a:pt x="49" y="9"/>
                </a:cubicBezTo>
                <a:cubicBezTo>
                  <a:pt x="42" y="8"/>
                  <a:pt x="34" y="10"/>
                  <a:pt x="28" y="14"/>
                </a:cubicBezTo>
                <a:cubicBezTo>
                  <a:pt x="25" y="16"/>
                  <a:pt x="22" y="15"/>
                  <a:pt x="20" y="13"/>
                </a:cubicBezTo>
                <a:cubicBezTo>
                  <a:pt x="17" y="9"/>
                  <a:pt x="17" y="7"/>
                  <a:pt x="22" y="6"/>
                </a:cubicBezTo>
                <a:cubicBezTo>
                  <a:pt x="31" y="3"/>
                  <a:pt x="40" y="0"/>
                  <a:pt x="50" y="1"/>
                </a:cubicBezTo>
                <a:cubicBezTo>
                  <a:pt x="58" y="1"/>
                  <a:pt x="63" y="7"/>
                  <a:pt x="68" y="12"/>
                </a:cubicBezTo>
                <a:cubicBezTo>
                  <a:pt x="72" y="15"/>
                  <a:pt x="70" y="20"/>
                  <a:pt x="67" y="24"/>
                </a:cubicBezTo>
                <a:cubicBezTo>
                  <a:pt x="61" y="32"/>
                  <a:pt x="55" y="40"/>
                  <a:pt x="49" y="48"/>
                </a:cubicBezTo>
                <a:cubicBezTo>
                  <a:pt x="47" y="51"/>
                  <a:pt x="45" y="52"/>
                  <a:pt x="42" y="49"/>
                </a:cubicBezTo>
                <a:cubicBezTo>
                  <a:pt x="41" y="48"/>
                  <a:pt x="38" y="47"/>
                  <a:pt x="37" y="47"/>
                </a:cubicBezTo>
                <a:cubicBezTo>
                  <a:pt x="36" y="48"/>
                  <a:pt x="35" y="50"/>
                  <a:pt x="35" y="52"/>
                </a:cubicBezTo>
                <a:cubicBezTo>
                  <a:pt x="34" y="59"/>
                  <a:pt x="34" y="59"/>
                  <a:pt x="41" y="58"/>
                </a:cubicBezTo>
                <a:cubicBezTo>
                  <a:pt x="43" y="57"/>
                  <a:pt x="46" y="56"/>
                  <a:pt x="48" y="57"/>
                </a:cubicBezTo>
                <a:cubicBezTo>
                  <a:pt x="50" y="57"/>
                  <a:pt x="53" y="58"/>
                  <a:pt x="53" y="59"/>
                </a:cubicBezTo>
                <a:cubicBezTo>
                  <a:pt x="54" y="61"/>
                  <a:pt x="54" y="64"/>
                  <a:pt x="53" y="66"/>
                </a:cubicBezTo>
                <a:cubicBezTo>
                  <a:pt x="52" y="68"/>
                  <a:pt x="50" y="69"/>
                  <a:pt x="48" y="70"/>
                </a:cubicBezTo>
                <a:cubicBezTo>
                  <a:pt x="44" y="73"/>
                  <a:pt x="39" y="75"/>
                  <a:pt x="37" y="81"/>
                </a:cubicBezTo>
                <a:cubicBezTo>
                  <a:pt x="40" y="81"/>
                  <a:pt x="43" y="81"/>
                  <a:pt x="45" y="81"/>
                </a:cubicBezTo>
                <a:cubicBezTo>
                  <a:pt x="51" y="81"/>
                  <a:pt x="56" y="84"/>
                  <a:pt x="57" y="89"/>
                </a:cubicBezTo>
                <a:cubicBezTo>
                  <a:pt x="58" y="93"/>
                  <a:pt x="55" y="97"/>
                  <a:pt x="51" y="98"/>
                </a:cubicBezTo>
                <a:cubicBezTo>
                  <a:pt x="43" y="99"/>
                  <a:pt x="35" y="100"/>
                  <a:pt x="26" y="101"/>
                </a:cubicBezTo>
                <a:cubicBezTo>
                  <a:pt x="22" y="102"/>
                  <a:pt x="19" y="100"/>
                  <a:pt x="17" y="96"/>
                </a:cubicBezTo>
                <a:cubicBezTo>
                  <a:pt x="16" y="96"/>
                  <a:pt x="16" y="95"/>
                  <a:pt x="15" y="94"/>
                </a:cubicBezTo>
                <a:cubicBezTo>
                  <a:pt x="11" y="84"/>
                  <a:pt x="11" y="84"/>
                  <a:pt x="19" y="77"/>
                </a:cubicBezTo>
                <a:cubicBezTo>
                  <a:pt x="22" y="75"/>
                  <a:pt x="24" y="72"/>
                  <a:pt x="27" y="70"/>
                </a:cubicBezTo>
                <a:cubicBezTo>
                  <a:pt x="27" y="70"/>
                  <a:pt x="27" y="69"/>
                  <a:pt x="27" y="69"/>
                </a:cubicBezTo>
                <a:cubicBezTo>
                  <a:pt x="25" y="69"/>
                  <a:pt x="23" y="70"/>
                  <a:pt x="21" y="71"/>
                </a:cubicBezTo>
                <a:cubicBezTo>
                  <a:pt x="17" y="72"/>
                  <a:pt x="13" y="74"/>
                  <a:pt x="9" y="76"/>
                </a:cubicBezTo>
                <a:cubicBezTo>
                  <a:pt x="7" y="76"/>
                  <a:pt x="5" y="76"/>
                  <a:pt x="3" y="75"/>
                </a:cubicBezTo>
                <a:cubicBezTo>
                  <a:pt x="0" y="72"/>
                  <a:pt x="0" y="71"/>
                  <a:pt x="4" y="69"/>
                </a:cubicBezTo>
                <a:cubicBezTo>
                  <a:pt x="12" y="66"/>
                  <a:pt x="19" y="63"/>
                  <a:pt x="26" y="60"/>
                </a:cubicBezTo>
                <a:cubicBezTo>
                  <a:pt x="27" y="60"/>
                  <a:pt x="28" y="58"/>
                  <a:pt x="28" y="57"/>
                </a:cubicBezTo>
                <a:cubicBezTo>
                  <a:pt x="29" y="55"/>
                  <a:pt x="29" y="52"/>
                  <a:pt x="29" y="49"/>
                </a:cubicBezTo>
                <a:close/>
                <a:moveTo>
                  <a:pt x="34" y="29"/>
                </a:moveTo>
                <a:cubicBezTo>
                  <a:pt x="34" y="29"/>
                  <a:pt x="34" y="29"/>
                  <a:pt x="33" y="28"/>
                </a:cubicBezTo>
                <a:cubicBezTo>
                  <a:pt x="31" y="29"/>
                  <a:pt x="28" y="30"/>
                  <a:pt x="26" y="32"/>
                </a:cubicBezTo>
                <a:cubicBezTo>
                  <a:pt x="24" y="32"/>
                  <a:pt x="22" y="34"/>
                  <a:pt x="23" y="36"/>
                </a:cubicBezTo>
                <a:cubicBezTo>
                  <a:pt x="23" y="38"/>
                  <a:pt x="25" y="40"/>
                  <a:pt x="26" y="42"/>
                </a:cubicBezTo>
                <a:cubicBezTo>
                  <a:pt x="27" y="42"/>
                  <a:pt x="30" y="41"/>
                  <a:pt x="31" y="40"/>
                </a:cubicBezTo>
                <a:cubicBezTo>
                  <a:pt x="32" y="37"/>
                  <a:pt x="33" y="33"/>
                  <a:pt x="34" y="29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A7BC1AC-7D73-4805-ACED-27E00F5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5369" y="6408991"/>
            <a:ext cx="94421" cy="236503"/>
          </a:xfrm>
          <a:custGeom xmlns:a="http://schemas.openxmlformats.org/drawingml/2006/main">
            <a:gdLst>
              <a:gd name="T0" fmla="*/ 30 w 39"/>
              <a:gd name="T1" fmla="*/ 44 h 98"/>
              <a:gd name="T2" fmla="*/ 36 w 39"/>
              <a:gd name="T3" fmla="*/ 34 h 98"/>
              <a:gd name="T4" fmla="*/ 37 w 39"/>
              <a:gd name="T5" fmla="*/ 51 h 98"/>
              <a:gd name="T6" fmla="*/ 25 w 39"/>
              <a:gd name="T7" fmla="*/ 82 h 98"/>
              <a:gd name="T8" fmla="*/ 21 w 39"/>
              <a:gd name="T9" fmla="*/ 98 h 98"/>
              <a:gd name="T10" fmla="*/ 13 w 39"/>
              <a:gd name="T11" fmla="*/ 96 h 98"/>
              <a:gd name="T12" fmla="*/ 5 w 39"/>
              <a:gd name="T13" fmla="*/ 83 h 98"/>
              <a:gd name="T14" fmla="*/ 11 w 39"/>
              <a:gd name="T15" fmla="*/ 62 h 98"/>
              <a:gd name="T16" fmla="*/ 9 w 39"/>
              <a:gd name="T17" fmla="*/ 43 h 98"/>
              <a:gd name="T18" fmla="*/ 12 w 39"/>
              <a:gd name="T19" fmla="*/ 38 h 98"/>
              <a:gd name="T20" fmla="*/ 18 w 39"/>
              <a:gd name="T21" fmla="*/ 33 h 98"/>
              <a:gd name="T22" fmla="*/ 23 w 39"/>
              <a:gd name="T23" fmla="*/ 12 h 98"/>
              <a:gd name="T24" fmla="*/ 11 w 39"/>
              <a:gd name="T25" fmla="*/ 16 h 98"/>
              <a:gd name="T26" fmla="*/ 2 w 39"/>
              <a:gd name="T27" fmla="*/ 16 h 98"/>
              <a:gd name="T28" fmla="*/ 0 w 39"/>
              <a:gd name="T29" fmla="*/ 12 h 98"/>
              <a:gd name="T30" fmla="*/ 3 w 39"/>
              <a:gd name="T31" fmla="*/ 10 h 98"/>
              <a:gd name="T32" fmla="*/ 16 w 39"/>
              <a:gd name="T33" fmla="*/ 7 h 98"/>
              <a:gd name="T34" fmla="*/ 26 w 39"/>
              <a:gd name="T35" fmla="*/ 2 h 98"/>
              <a:gd name="T36" fmla="*/ 32 w 39"/>
              <a:gd name="T37" fmla="*/ 1 h 98"/>
              <a:gd name="T38" fmla="*/ 35 w 39"/>
              <a:gd name="T39" fmla="*/ 9 h 98"/>
              <a:gd name="T40" fmla="*/ 34 w 39"/>
              <a:gd name="T41" fmla="*/ 11 h 98"/>
              <a:gd name="T42" fmla="*/ 27 w 39"/>
              <a:gd name="T43" fmla="*/ 38 h 98"/>
              <a:gd name="T44" fmla="*/ 28 w 39"/>
              <a:gd name="T45" fmla="*/ 44 h 98"/>
              <a:gd name="T46" fmla="*/ 30 w 39"/>
              <a:gd name="T47" fmla="*/ 44 h 98"/>
            </a:gdLst>
            <a:rect l="0" t="0" r="r" b="b"/>
            <a:pathLst>
              <a:path w="39" h="98">
                <a:moveTo>
                  <a:pt x="30" y="44"/>
                </a:moveTo>
                <a:cubicBezTo>
                  <a:pt x="32" y="41"/>
                  <a:pt x="34" y="38"/>
                  <a:pt x="36" y="34"/>
                </a:cubicBezTo>
                <a:cubicBezTo>
                  <a:pt x="37" y="40"/>
                  <a:pt x="39" y="45"/>
                  <a:pt x="37" y="51"/>
                </a:cubicBezTo>
                <a:cubicBezTo>
                  <a:pt x="33" y="61"/>
                  <a:pt x="29" y="72"/>
                  <a:pt x="25" y="82"/>
                </a:cubicBezTo>
                <a:cubicBezTo>
                  <a:pt x="23" y="87"/>
                  <a:pt x="23" y="92"/>
                  <a:pt x="21" y="98"/>
                </a:cubicBezTo>
                <a:cubicBezTo>
                  <a:pt x="18" y="97"/>
                  <a:pt x="15" y="97"/>
                  <a:pt x="13" y="96"/>
                </a:cubicBezTo>
                <a:cubicBezTo>
                  <a:pt x="7" y="94"/>
                  <a:pt x="3" y="89"/>
                  <a:pt x="5" y="83"/>
                </a:cubicBezTo>
                <a:cubicBezTo>
                  <a:pt x="7" y="76"/>
                  <a:pt x="9" y="69"/>
                  <a:pt x="11" y="62"/>
                </a:cubicBezTo>
                <a:cubicBezTo>
                  <a:pt x="13" y="56"/>
                  <a:pt x="14" y="49"/>
                  <a:pt x="9" y="43"/>
                </a:cubicBezTo>
                <a:cubicBezTo>
                  <a:pt x="7" y="39"/>
                  <a:pt x="9" y="38"/>
                  <a:pt x="12" y="38"/>
                </a:cubicBezTo>
                <a:cubicBezTo>
                  <a:pt x="17" y="39"/>
                  <a:pt x="17" y="37"/>
                  <a:pt x="18" y="33"/>
                </a:cubicBezTo>
                <a:cubicBezTo>
                  <a:pt x="19" y="26"/>
                  <a:pt x="21" y="20"/>
                  <a:pt x="23" y="12"/>
                </a:cubicBezTo>
                <a:cubicBezTo>
                  <a:pt x="19" y="13"/>
                  <a:pt x="15" y="15"/>
                  <a:pt x="11" y="16"/>
                </a:cubicBezTo>
                <a:cubicBezTo>
                  <a:pt x="8" y="17"/>
                  <a:pt x="5" y="16"/>
                  <a:pt x="2" y="16"/>
                </a:cubicBezTo>
                <a:cubicBezTo>
                  <a:pt x="1" y="15"/>
                  <a:pt x="0" y="13"/>
                  <a:pt x="0" y="12"/>
                </a:cubicBezTo>
                <a:cubicBezTo>
                  <a:pt x="1" y="11"/>
                  <a:pt x="2" y="10"/>
                  <a:pt x="3" y="10"/>
                </a:cubicBezTo>
                <a:cubicBezTo>
                  <a:pt x="7" y="8"/>
                  <a:pt x="12" y="8"/>
                  <a:pt x="16" y="7"/>
                </a:cubicBezTo>
                <a:cubicBezTo>
                  <a:pt x="19" y="5"/>
                  <a:pt x="22" y="3"/>
                  <a:pt x="26" y="2"/>
                </a:cubicBezTo>
                <a:cubicBezTo>
                  <a:pt x="28" y="1"/>
                  <a:pt x="32" y="0"/>
                  <a:pt x="32" y="1"/>
                </a:cubicBezTo>
                <a:cubicBezTo>
                  <a:pt x="34" y="3"/>
                  <a:pt x="35" y="6"/>
                  <a:pt x="35" y="9"/>
                </a:cubicBezTo>
                <a:cubicBezTo>
                  <a:pt x="36" y="9"/>
                  <a:pt x="35" y="10"/>
                  <a:pt x="34" y="11"/>
                </a:cubicBezTo>
                <a:cubicBezTo>
                  <a:pt x="27" y="19"/>
                  <a:pt x="28" y="29"/>
                  <a:pt x="27" y="38"/>
                </a:cubicBezTo>
                <a:cubicBezTo>
                  <a:pt x="27" y="40"/>
                  <a:pt x="28" y="42"/>
                  <a:pt x="28" y="44"/>
                </a:cubicBezTo>
                <a:cubicBezTo>
                  <a:pt x="29" y="44"/>
                  <a:pt x="29" y="44"/>
                  <a:pt x="30" y="4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0" name="图片 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83c33afce94283"/>
          <a:srcRect xmlns:a="http://schemas.openxmlformats.org/drawingml/2006/main" l="-333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579" y="252089"/>
            <a:ext cx="432990" cy="432990"/>
          </a:xfrm>
          <a:prstGeom xmlns:a="http://schemas.openxmlformats.org/drawingml/2006/main" prst="rect">
            <a:avLst/>
          </a:prstGeom>
        </p:spPr>
      </p:pic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B3E9380B-EF98-4651-803A-62D2951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821731"/>
            <a:ext cx="1130617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2604F888-2251-4D0B-A52A-8C23925B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264275"/>
            <a:ext cx="11306175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8" name="梯形 57">
            <a:extLst xmlns:a="http://schemas.openxmlformats.org/drawingml/2006/main">
              <a:ext uri="{FF2B5EF4-FFF2-40B4-BE49-F238E27FC236}">
                <a16:creationId xmlns:a16="http://schemas.microsoft.com/office/drawing/2014/main" id="{50544FEE-D7B6-4770-86CA-C5B403DE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-89016" y="-149232"/>
            <a:ext cx="375890" cy="1221064"/>
          </a:xfrm>
          <a:prstGeom xmlns:a="http://schemas.openxmlformats.org/drawingml/2006/main" prst="trapezoid">
            <a:avLst>
              <a:gd name="adj" fmla="val 7230"/>
            </a:avLst>
          </a:prstGeom>
          <a:gradFill xmlns:a="http://schemas.openxmlformats.org/drawingml/2006/main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梯形 58">
            <a:extLst xmlns:a="http://schemas.openxmlformats.org/drawingml/2006/main">
              <a:ext uri="{FF2B5EF4-FFF2-40B4-BE49-F238E27FC236}">
                <a16:creationId xmlns:a16="http://schemas.microsoft.com/office/drawing/2014/main" id="{FC02464C-56E2-4421-B5BF-4511A5A3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-61292" y="37859"/>
            <a:ext cx="267255" cy="1058332"/>
          </a:xfrm>
          <a:prstGeom xmlns:a="http://schemas.openxmlformats.org/drawingml/2006/main" prst="trapezoid">
            <a:avLst>
              <a:gd name="adj" fmla="val 7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梯形 59">
            <a:extLst xmlns:a="http://schemas.openxmlformats.org/drawingml/2006/main">
              <a:ext uri="{FF2B5EF4-FFF2-40B4-BE49-F238E27FC236}">
                <a16:creationId xmlns:a16="http://schemas.microsoft.com/office/drawing/2014/main" id="{1A945FB6-E012-464E-8114-42FEACF6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-77028" y="49387"/>
            <a:ext cx="267255" cy="1058332"/>
          </a:xfrm>
          <a:prstGeom xmlns:a="http://schemas.openxmlformats.org/drawingml/2006/main" prst="trapezoid">
            <a:avLst>
              <a:gd name="adj" fmla="val 7230"/>
            </a:avLst>
          </a:prstGeom>
          <a:gradFill xmlns:a="http://schemas.openxmlformats.org/drawingml/2006/main" rotWithShape="1">
            <a:gsLst>
              <a:gs pos="100000">
                <a:schemeClr val="accent4"/>
              </a:gs>
              <a:gs pos="0">
                <a:schemeClr val="accent4">
                  <a:alpha val="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47499A2F-59E5-45D4-AF38-8B07011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50" y="6353175"/>
            <a:ext cx="550863" cy="3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algn="ctr">
              <a:buNone/>
            </a:pPr>
            <a:endParaRPr sz="1600">
              <a:solidFill>
                <a:schemeClr val="accent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4" name="图片 8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1528fdcade4f03"/>
          <a:srcRect xmlns:a="http://schemas.openxmlformats.org/drawingml/2006/main" l="-333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579" y="252089"/>
            <a:ext cx="432990" cy="43299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8.xml><?xml version="1.0" encoding="utf-8"?>
<p:sldLayout xmlns:p="http://schemas.openxmlformats.org/presentationml/2006/main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af464dee1457b" /><Relationship Type="http://schemas.openxmlformats.org/officeDocument/2006/relationships/slideLayout" Target="/ppt/slideLayouts/slideLayout1.xml" Id="R8a99322fc8cb4615" /><Relationship Type="http://schemas.openxmlformats.org/officeDocument/2006/relationships/slideLayout" Target="/ppt/slideLayouts/slideLayout2.xml" Id="R7b25e8e19ed14425" /><Relationship Type="http://schemas.openxmlformats.org/officeDocument/2006/relationships/slideLayout" Target="/ppt/slideLayouts/slideLayout3.xml" Id="R884b19435fb94e87" /><Relationship Type="http://schemas.openxmlformats.org/officeDocument/2006/relationships/slideLayout" Target="/ppt/slideLayouts/slideLayout4.xml" Id="R0240b7174b8b4d24" /><Relationship Type="http://schemas.openxmlformats.org/officeDocument/2006/relationships/slideLayout" Target="/ppt/slideLayouts/slideLayout5.xml" Id="Rc41d7713cb4b4707" /><Relationship Type="http://schemas.openxmlformats.org/officeDocument/2006/relationships/slideLayout" Target="/ppt/slideLayouts/slideLayout6.xml" Id="Rf13d988d739240ae" /><Relationship Type="http://schemas.openxmlformats.org/officeDocument/2006/relationships/slideLayout" Target="/ppt/slideLayouts/slideLayout7.xml" Id="Rb5360c6eb12f4fb9" /><Relationship Type="http://schemas.openxmlformats.org/officeDocument/2006/relationships/slideLayout" Target="/ppt/slideLayouts/slideLayout8.xml" Id="Re797527652934661" /><Relationship Type="http://schemas.openxmlformats.org/officeDocument/2006/relationships/slideLayout" Target="/ppt/slideLayouts/slideLayout9.xml" Id="R02202d6226a64821" /><Relationship Type="http://schemas.openxmlformats.org/officeDocument/2006/relationships/slideLayout" Target="/ppt/slideLayouts/slideLayout10.xml" Id="R4c5b23d0a22d462c" /><Relationship Type="http://schemas.openxmlformats.org/officeDocument/2006/relationships/slideLayout" Target="/ppt/slideLayouts/slideLayout11.xml" Id="Ra935dce41b6442db" /><Relationship Type="http://schemas.openxmlformats.org/officeDocument/2006/relationships/slideLayout" Target="/ppt/slideLayouts/slideLayout12.xml" Id="R70d5229e49d644bb" /><Relationship Type="http://schemas.openxmlformats.org/officeDocument/2006/relationships/slideLayout" Target="/ppt/slideLayouts/slideLayout13.xml" Id="R63ba251c98614446" /><Relationship Type="http://schemas.openxmlformats.org/officeDocument/2006/relationships/slideLayout" Target="/ppt/slideLayouts/slideLayout14.xml" Id="R5739984c5aee4005" /><Relationship Type="http://schemas.openxmlformats.org/officeDocument/2006/relationships/slideLayout" Target="/ppt/slideLayouts/slideLayout15.xml" Id="R9e227726ebd84a18" /><Relationship Type="http://schemas.openxmlformats.org/officeDocument/2006/relationships/slideLayout" Target="/ppt/slideLayouts/slideLayout16.xml" Id="Rc8d56763c91b4ade" /><Relationship Type="http://schemas.openxmlformats.org/officeDocument/2006/relationships/slideLayout" Target="/ppt/slideLayouts/slideLayout17.xml" Id="Ra220047c0dbf4a0c" /><Relationship Type="http://schemas.openxmlformats.org/officeDocument/2006/relationships/slideLayout" Target="/ppt/slideLayouts/slideLayout18.xml" Id="R8c3a25a9c8a041a3" /><Relationship Type="http://schemas.openxmlformats.org/officeDocument/2006/relationships/slideLayout" Target="/ppt/slideLayouts/slideLayout19.xml" Id="R05f49f9b861b401b" /><Relationship Type="http://schemas.openxmlformats.org/officeDocument/2006/relationships/slideLayout" Target="/ppt/slideLayouts/slideLayout20.xml" Id="R58f6762c67cb4318" /><Relationship Type="http://schemas.openxmlformats.org/officeDocument/2006/relationships/slideLayout" Target="/ppt/slideLayouts/slideLayout21.xml" Id="Rce77c896bd12432f" /><Relationship Type="http://schemas.openxmlformats.org/officeDocument/2006/relationships/slideLayout" Target="/ppt/slideLayouts/slideLayout22.xml" Id="R13d116449b864cfb" /><Relationship Type="http://schemas.openxmlformats.org/officeDocument/2006/relationships/slideLayout" Target="/ppt/slideLayouts/slideLayout23.xml" Id="R61aaefbfb81145d7" /><Relationship Type="http://schemas.openxmlformats.org/officeDocument/2006/relationships/slideLayout" Target="/ppt/slideLayouts/slideLayout24.xml" Id="R614a2acfe0a0438c" /><Relationship Type="http://schemas.openxmlformats.org/officeDocument/2006/relationships/slideLayout" Target="/ppt/slideLayouts/slideLayout25.xml" Id="R7782b8441454493e" /><Relationship Type="http://schemas.openxmlformats.org/officeDocument/2006/relationships/slideLayout" Target="/ppt/slideLayouts/slideLayout26.xml" Id="R0ea02e54c47a4b1c" /><Relationship Type="http://schemas.openxmlformats.org/officeDocument/2006/relationships/slideLayout" Target="/ppt/slideLayouts/slideLayout27.xml" Id="R1d0edbaae75848fa" /><Relationship Type="http://schemas.openxmlformats.org/officeDocument/2006/relationships/slideLayout" Target="/ppt/slideLayouts/slideLayout28.xml" Id="R46b579d50374496c" /><Relationship Type="http://schemas.openxmlformats.org/officeDocument/2006/relationships/slideLayout" Target="/ppt/slideLayouts/slideLayout29.xml" Id="R98e8056cd9df4019" /><Relationship Type="http://schemas.openxmlformats.org/officeDocument/2006/relationships/slideLayout" Target="/ppt/slideLayouts/slideLayout30.xml" Id="R66f01469f81f46d8" /><Relationship Type="http://schemas.openxmlformats.org/officeDocument/2006/relationships/slideLayout" Target="/ppt/slideLayouts/slideLayout31.xml" Id="Rcd91be9989c94ebf" /><Relationship Type="http://schemas.openxmlformats.org/officeDocument/2006/relationships/slideLayout" Target="/ppt/slideLayouts/slideLayout32.xml" Id="R3de04a07a69a412d" /><Relationship Type="http://schemas.openxmlformats.org/officeDocument/2006/relationships/slideLayout" Target="/ppt/slideLayouts/slideLayout33.xml" Id="R713e5d400eb74adc" /><Relationship Type="http://schemas.openxmlformats.org/officeDocument/2006/relationships/slideLayout" Target="/ppt/slideLayouts/slideLayout34.xml" Id="R8cc4c57f1a084468" /><Relationship Type="http://schemas.openxmlformats.org/officeDocument/2006/relationships/slideLayout" Target="/ppt/slideLayouts/slideLayout35.xml" Id="R30286e70f55a421b" /><Relationship Type="http://schemas.openxmlformats.org/officeDocument/2006/relationships/slideLayout" Target="/ppt/slideLayouts/slideLayout36.xml" Id="Rdb081b1954f64976" /><Relationship Type="http://schemas.openxmlformats.org/officeDocument/2006/relationships/slideLayout" Target="/ppt/slideLayouts/slideLayout37.xml" Id="R5f1328de5ff841c4" /><Relationship Type="http://schemas.openxmlformats.org/officeDocument/2006/relationships/slideLayout" Target="/ppt/slideLayouts/slideLayout38.xml" Id="Rfb374939311b410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6CB1C36-FCE5-4BAC-9CBA-B12031A95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10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B4957F8-5318-4312-801E-C3270250AE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0BAA79F-D8A4-47AD-A71A-5DF1680CA40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4DCBA63-DFB2-4631-B765-32F788796F8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9C9929-1EDD-476D-BDD8-B4269C7D8B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9322fc8cb4615"/>
    <p:sldLayoutId xmlns:r="http://schemas.openxmlformats.org/officeDocument/2006/relationships" id="2147483650" r:id="R7b25e8e19ed14425"/>
    <p:sldLayoutId xmlns:r="http://schemas.openxmlformats.org/officeDocument/2006/relationships" id="2147483651" r:id="R884b19435fb94e87"/>
    <p:sldLayoutId xmlns:r="http://schemas.openxmlformats.org/officeDocument/2006/relationships" id="2147483652" r:id="R0240b7174b8b4d24"/>
    <p:sldLayoutId xmlns:r="http://schemas.openxmlformats.org/officeDocument/2006/relationships" id="2147483653" r:id="Rc41d7713cb4b4707"/>
    <p:sldLayoutId xmlns:r="http://schemas.openxmlformats.org/officeDocument/2006/relationships" id="2147483654" r:id="Rf13d988d739240ae"/>
    <p:sldLayoutId xmlns:r="http://schemas.openxmlformats.org/officeDocument/2006/relationships" id="2147483655" r:id="Rb5360c6eb12f4fb9"/>
    <p:sldLayoutId xmlns:r="http://schemas.openxmlformats.org/officeDocument/2006/relationships" id="2147483656" r:id="Re797527652934661"/>
    <p:sldLayoutId xmlns:r="http://schemas.openxmlformats.org/officeDocument/2006/relationships" id="2147483657" r:id="R02202d6226a64821"/>
    <p:sldLayoutId xmlns:r="http://schemas.openxmlformats.org/officeDocument/2006/relationships" id="2147483658" r:id="R4c5b23d0a22d462c"/>
    <p:sldLayoutId xmlns:r="http://schemas.openxmlformats.org/officeDocument/2006/relationships" id="2147483659" r:id="Ra935dce41b6442db"/>
    <p:sldLayoutId xmlns:r="http://schemas.openxmlformats.org/officeDocument/2006/relationships" id="2147483660" r:id="R70d5229e49d644bb"/>
    <p:sldLayoutId xmlns:r="http://schemas.openxmlformats.org/officeDocument/2006/relationships" id="2147483661" r:id="R63ba251c98614446"/>
    <p:sldLayoutId xmlns:r="http://schemas.openxmlformats.org/officeDocument/2006/relationships" id="2147483662" r:id="R5739984c5aee4005"/>
    <p:sldLayoutId xmlns:r="http://schemas.openxmlformats.org/officeDocument/2006/relationships" id="2147483663" r:id="R9e227726ebd84a18"/>
    <p:sldLayoutId xmlns:r="http://schemas.openxmlformats.org/officeDocument/2006/relationships" id="2147483664" r:id="Rc8d56763c91b4ade"/>
    <p:sldLayoutId xmlns:r="http://schemas.openxmlformats.org/officeDocument/2006/relationships" id="2147483665" r:id="Ra220047c0dbf4a0c"/>
    <p:sldLayoutId xmlns:r="http://schemas.openxmlformats.org/officeDocument/2006/relationships" id="2147483666" r:id="R8c3a25a9c8a041a3"/>
    <p:sldLayoutId xmlns:r="http://schemas.openxmlformats.org/officeDocument/2006/relationships" id="2147483667" r:id="R05f49f9b861b401b"/>
    <p:sldLayoutId xmlns:r="http://schemas.openxmlformats.org/officeDocument/2006/relationships" id="2147483668" r:id="R58f6762c67cb4318"/>
    <p:sldLayoutId xmlns:r="http://schemas.openxmlformats.org/officeDocument/2006/relationships" id="2147483669" r:id="Rce77c896bd12432f"/>
    <p:sldLayoutId xmlns:r="http://schemas.openxmlformats.org/officeDocument/2006/relationships" id="2147483670" r:id="R13d116449b864cfb"/>
    <p:sldLayoutId xmlns:r="http://schemas.openxmlformats.org/officeDocument/2006/relationships" id="2147483671" r:id="R61aaefbfb81145d7"/>
    <p:sldLayoutId xmlns:r="http://schemas.openxmlformats.org/officeDocument/2006/relationships" id="2147483672" r:id="R614a2acfe0a0438c"/>
    <p:sldLayoutId xmlns:r="http://schemas.openxmlformats.org/officeDocument/2006/relationships" id="2147483673" r:id="R7782b8441454493e"/>
    <p:sldLayoutId xmlns:r="http://schemas.openxmlformats.org/officeDocument/2006/relationships" id="2147483674" r:id="R0ea02e54c47a4b1c"/>
    <p:sldLayoutId xmlns:r="http://schemas.openxmlformats.org/officeDocument/2006/relationships" id="2147483675" r:id="R1d0edbaae75848fa"/>
    <p:sldLayoutId xmlns:r="http://schemas.openxmlformats.org/officeDocument/2006/relationships" id="2147483676" r:id="R46b579d50374496c"/>
    <p:sldLayoutId xmlns:r="http://schemas.openxmlformats.org/officeDocument/2006/relationships" id="2147483677" r:id="R98e8056cd9df4019"/>
    <p:sldLayoutId xmlns:r="http://schemas.openxmlformats.org/officeDocument/2006/relationships" id="2147483678" r:id="R66f01469f81f46d8"/>
    <p:sldLayoutId xmlns:r="http://schemas.openxmlformats.org/officeDocument/2006/relationships" id="2147483679" r:id="Rcd91be9989c94ebf"/>
    <p:sldLayoutId xmlns:r="http://schemas.openxmlformats.org/officeDocument/2006/relationships" id="2147483680" r:id="R3de04a07a69a412d"/>
    <p:sldLayoutId xmlns:r="http://schemas.openxmlformats.org/officeDocument/2006/relationships" id="2147483681" r:id="R713e5d400eb74adc"/>
    <p:sldLayoutId xmlns:r="http://schemas.openxmlformats.org/officeDocument/2006/relationships" id="2147483682" r:id="R8cc4c57f1a084468"/>
    <p:sldLayoutId xmlns:r="http://schemas.openxmlformats.org/officeDocument/2006/relationships" id="2147483683" r:id="R30286e70f55a421b"/>
    <p:sldLayoutId xmlns:r="http://schemas.openxmlformats.org/officeDocument/2006/relationships" id="2147483684" r:id="Rdb081b1954f64976"/>
    <p:sldLayoutId xmlns:r="http://schemas.openxmlformats.org/officeDocument/2006/relationships" id="2147483685" r:id="R5f1328de5ff841c4"/>
    <p:sldLayoutId xmlns:r="http://schemas.openxmlformats.org/officeDocument/2006/relationships" id="2147483686" r:id="Rfb374939311b4105"/>
  </p:sldLayoutIdLst>
  <p:txStyles>
    <p:titleStyle>
      <a:lvl1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2pPr>
      <a:lvl3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3pPr>
      <a:lvl4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4pPr>
      <a:lvl5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5pPr>
      <a:lvl6pPr xmlns:a="http://schemas.openxmlformats.org/drawingml/2006/main"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xmlns:a="http://schemas.openxmlformats.org/drawingml/2006/main"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xmlns:a="http://schemas.openxmlformats.org/drawingml/2006/main"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xmlns:a="http://schemas.openxmlformats.org/drawingml/2006/main"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entury Gothic"/>
          <a:ea typeface="Century Gothic"/>
          <a:cs typeface="Century Gothic"/>
        </a:defRPr>
      </a:lvl9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3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b01f3e2bd4313" /><Relationship Type="http://schemas.openxmlformats.org/officeDocument/2006/relationships/notesSlide" Target="/ppt/notesSlides/notesSlide1.xml" Id="Rd358776b3405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366e21614ce0421d" /><Relationship Type="http://schemas.openxmlformats.org/officeDocument/2006/relationships/notesSlide" Target="/ppt/notesSlides/notesSlide2.xml" Id="Raf9461dffbbd47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a8b9170125f249fb" /><Relationship Type="http://schemas.openxmlformats.org/officeDocument/2006/relationships/notesSlide" Target="/ppt/notesSlides/notesSlide3.xml" Id="R6d67d03093a744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704eb5cf1033405d" /><Relationship Type="http://schemas.openxmlformats.org/officeDocument/2006/relationships/notesSlide" Target="/ppt/notesSlides/notesSlide4.xml" Id="R23b4dc028fa643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bf38c83cef4f4a06" /><Relationship Type="http://schemas.openxmlformats.org/officeDocument/2006/relationships/notesSlide" Target="/ppt/notesSlides/notesSlide5.xml" Id="R1700cd4276eb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4d9da68a93aa4966" /><Relationship Type="http://schemas.openxmlformats.org/officeDocument/2006/relationships/notesSlide" Target="/ppt/notesSlides/notesSlide6.xml" Id="R6bfd5ee9f580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7c9153e527bb4c0b" /><Relationship Type="http://schemas.openxmlformats.org/officeDocument/2006/relationships/notesSlide" Target="/ppt/notesSlides/notesSlide7.xml" Id="R03680b1e3c874e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ed89de3042d54360" /><Relationship Type="http://schemas.openxmlformats.org/officeDocument/2006/relationships/notesSlide" Target="/ppt/notesSlides/notesSlide8.xml" Id="R780f282154c3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dee320751b5c428d" /><Relationship Type="http://schemas.openxmlformats.org/officeDocument/2006/relationships/image" Target="/ppt/media/image34.png" Id="Re956b746ec144301" /><Relationship Type="http://schemas.openxmlformats.org/officeDocument/2006/relationships/notesSlide" Target="/ppt/notesSlides/notesSlide9.xml" Id="R831ba114676146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4d1e52423b28427a" /><Relationship Type="http://schemas.openxmlformats.org/officeDocument/2006/relationships/image" Target="/ppt/media/image35.png" Id="R71f66ebffbad4b92" /><Relationship Type="http://schemas.openxmlformats.org/officeDocument/2006/relationships/notesSlide" Target="/ppt/notesSlides/notesSlide10.xml" Id="R8734a5fb73fd48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6dbf896106a84605" /><Relationship Type="http://schemas.openxmlformats.org/officeDocument/2006/relationships/image" Target="/ppt/media/image36.png" Id="R760b8c96ce3f4747" /><Relationship Type="http://schemas.openxmlformats.org/officeDocument/2006/relationships/notesSlide" Target="/ppt/notesSlides/notesSlide11.xml" Id="R293b11f4903d48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98f1651373bb42f6" /><Relationship Type="http://schemas.openxmlformats.org/officeDocument/2006/relationships/image" Target="/ppt/media/image37.png" Id="R8007faa3d402431b" /><Relationship Type="http://schemas.openxmlformats.org/officeDocument/2006/relationships/notesSlide" Target="/ppt/notesSlides/notesSlide12.xml" Id="R7c07317c962742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aa8fb99fa4444a88" /><Relationship Type="http://schemas.openxmlformats.org/officeDocument/2006/relationships/image" Target="/ppt/media/image38.png" Id="R6f99fd0bba544a9d" /><Relationship Type="http://schemas.openxmlformats.org/officeDocument/2006/relationships/notesSlide" Target="/ppt/notesSlides/notesSlide13.xml" Id="R7f2a2393f32846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c3223df6a81f4835" /><Relationship Type="http://schemas.openxmlformats.org/officeDocument/2006/relationships/image" Target="/ppt/media/image39.png" Id="Rb673f6d3d03a46ad" /><Relationship Type="http://schemas.openxmlformats.org/officeDocument/2006/relationships/notesSlide" Target="/ppt/notesSlides/notesSlide14.xml" Id="Rfce1eb1c805243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c73def327d3b4df7" /><Relationship Type="http://schemas.openxmlformats.org/officeDocument/2006/relationships/notesSlide" Target="/ppt/notesSlides/notesSlide15.xml" Id="Rdee6887b84214f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e26aaaf1c7e74f14" /><Relationship Type="http://schemas.openxmlformats.org/officeDocument/2006/relationships/notesSlide" Target="/ppt/notesSlides/notesSlide16.xml" Id="R929ed0e8436e47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7a35aa0e999d47e1" /><Relationship Type="http://schemas.openxmlformats.org/officeDocument/2006/relationships/notesSlide" Target="/ppt/notesSlides/notesSlide17.xml" Id="Rd56fa6d69e1c49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8d76a2c9ba614f03" /><Relationship Type="http://schemas.openxmlformats.org/officeDocument/2006/relationships/notesSlide" Target="/ppt/notesSlides/notesSlide18.xml" Id="R881ef5a7b8b144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7ac3a7498493b" /><Relationship Type="http://schemas.openxmlformats.org/officeDocument/2006/relationships/notesSlide" Target="/ppt/notesSlides/notesSlide19.xml" Id="R17bbce52e61044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B88FED43-3168-41C5-BB75-4CC38DDB9F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Neusoft EV Charging Pile Application Management Platform</a:t>
            </a:r>
            <a:endParaRPr sz="13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17969-973E-4A7A-86A8-D6B6C693E8D6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96325F0-0B50-4253-A30C-532C77B128C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答辩人：刘宁远  肖峣  秦志豪  刘禹晨  韩萧贤</a:t>
            </a:r>
            <a:endParaRPr sz="14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4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第 5 组</a:t>
            </a:r>
            <a:endParaRPr sz="14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4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时间：2026年9月</a:t>
            </a:r>
            <a:endParaRPr sz="14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16B6771-1C27-42FE-BD82-B85A75C0EC1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2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东软电动汽车充电桩</a:t>
            </a:r>
            <a:endParaRPr sz="32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32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应用管理平台</a:t>
            </a:r>
            <a:endParaRPr sz="32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09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0E1885-B1A2-4BA3-8AE0-3B47F08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D02D7D-D8C2-44F3-B274-2AD07C22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7315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65E921-81EC-4B72-8D9C-BB8A4F3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答辩内容概览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039FCC-5DB8-4A1D-8317-C996E35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1323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0D8C0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1200" b="0">
              <a:solidFill>
                <a:srgbClr val="B0D8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B08E7FD-C3DD-4326-B436-42E09ADD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57694C-8EB8-4DF7-ADFE-1D4EB343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0876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BD0D28-D852-4201-B448-06B8868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8132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人员具体分工</a:t>
            </a:r>
            <a:endParaRPr sz="18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866C398-285C-4EEF-A1E3-696B63F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50876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团队成员与职责划分</a:t>
            </a:r>
            <a:endParaRPr sz="13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4FD9663-EFE6-4BC1-B0F6-BEA7354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0280"/>
            <a:ext cx="640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053A91B-42BB-4114-8AC0-8C1EBE4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E9776A-D119-408B-8C99-CD3D83A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5856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项目背景与整体功能</a:t>
            </a:r>
            <a:endParaRPr sz="18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2E31981-8837-4C84-8A9C-EF3A5670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860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行业背景、系统架构与功能总览</a:t>
            </a:r>
            <a:endParaRPr sz="13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D0EE3A6-D63A-4D7D-8EAC-AF90E5A2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17520"/>
            <a:ext cx="640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FF3D757-712D-4F1B-A26C-6328D4A0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324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89A0F92-F1C6-479C-86C3-7035E8CB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3580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项目中使用的技术</a:t>
            </a:r>
            <a:endParaRPr sz="18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07718BD-D4A1-418C-9B00-3EADA458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6324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技术栈与核心设计</a:t>
            </a:r>
            <a:endParaRPr sz="13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0529F62-3EF3-43EB-BB28-B803E804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4760"/>
            <a:ext cx="640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CF6C434-4CF5-4B83-81B3-C4694E0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048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6BEAAF5-DEB7-4686-A321-C322155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304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项目核心界面展示</a:t>
            </a:r>
            <a:endParaRPr sz="18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2E124ED-81B9-485C-944C-7C4F8B22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用户端与管理端界面截图</a:t>
            </a:r>
            <a:endParaRPr sz="13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726B45D-7968-496D-BB80-3998B088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640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171D923-1C9A-4B85-A192-FA507EB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772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D744918-EB38-45B8-A4BE-41941A7B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028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项目心得</a:t>
            </a:r>
            <a:endParaRPr sz="18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9CB4E12-9872-4D48-98A2-77B1E84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6177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难点解决与技能提升</a:t>
            </a:r>
            <a:endParaRPr sz="13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0771EAA-FCBB-4616-A8C5-9B4191C4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49240"/>
            <a:ext cx="640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7A549AC-A127-4900-80AB-E95607D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4960"/>
            <a:ext cx="640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DB5199B-F032-4651-AC34-37A046A7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67528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结束语及致谢</a:t>
            </a:r>
            <a:endParaRPr sz="18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0523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0DFC01-F4D3-4CA2-9948-D9675E01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C68178-7105-47DC-A6B1-AC289A3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051447-FD32-462D-BEF1-BE63177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人员具体分工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F2DD06-C207-4D33-A671-99030FA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第5组 · 原定职责分工，预留模块纳入后续计划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FDE-D049-4F8F-886F-420ED4B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53F32A-0BAD-4363-8177-534D5F0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20A0111-0C6F-487F-985A-6B24E636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5880"/>
            <a:ext cx="11274552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718C57-8BB2-4F50-8D71-F5CACBF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588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BB5DB3-D36C-4E42-98E5-D1A10C77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99032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刘宁远</a:t>
            </a:r>
            <a:endParaRPr sz="17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81E183-BD6A-48D4-9087-53A1BC5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组长 / TL</a:t>
            </a:r>
            <a:endParaRPr sz="11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174DFA-49D5-43D0-8734-029A18CD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417320"/>
            <a:ext cx="9418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需求矩阵与交付管理；编码与分支规范；用户端登录注册闭环（UML-010~013）；个人订单查询；用户管理（列表/搜索/冻结）；服务端连接与会话管理；模型部署规划；测试数据与日志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D3F53AE-2D2E-4AD1-B577-14C2515F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39"/>
            <a:ext cx="11274552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A75D1EF-D27F-4A0B-BB8E-E0469F8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39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2FBC547-C7C1-400F-BFC1-687916C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50591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肖峣</a:t>
            </a:r>
            <a:endParaRPr sz="17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88477D1-7536-422D-8F9D-9055B46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39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需求 / PM助理</a:t>
            </a:r>
            <a:endParaRPr sz="11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AEDA7AE-2E19-4B3A-B448-CD279F9F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468879"/>
            <a:ext cx="9418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项目范围与需求矩阵；充电站查询（定位/排序/卡片/详情）；地图接口适配；经营看板（核心指标/营收趋势/桩状态）；预测模块规划（负荷/空闲桩）；运行环境与开发工具配置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94D6B65-55EB-47F7-9C7B-1BB58BE1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4552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7EE9E8D-57BA-495B-BCD8-1401355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CA6088-22C3-4E65-A508-D360EB7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02152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秦志豪</a:t>
            </a:r>
            <a:endParaRPr sz="17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D12E1ED-80D6-4F48-833D-72317247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系统设计</a:t>
            </a:r>
            <a:endParaRPr sz="11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D3790B-1E74-433F-9041-F3F659D2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520440"/>
            <a:ext cx="9418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总体架构设计；数据库设计（业务表/索引/约束）；TCP通信协议设计（帧格式/消息类型/错误码）；充电全流程（预约/充电/计费/结算）；订单管理；离线分析规划；可靠性与安全传输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7D29FF7-E7E4-4921-8255-807F7BC6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59"/>
            <a:ext cx="11274552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BB13D12-8496-47E1-B521-9C409B2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59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15CAA8A-1DF6-4EF3-96AF-E080167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1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刘禹晨</a:t>
            </a:r>
            <a:endParaRPr sz="17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7CF8C87-FB92-4289-8F78-B674E73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59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配置管理 / SCML</a:t>
            </a:r>
            <a:endParaRPr sz="1100" b="1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0EA6C45-5035-4FB9-9F12-C2BF62D8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571999"/>
            <a:ext cx="9418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成果物版本管理；用户信息维护（展示/头像/昵称/充值）；充电桩管理（列表/远程重启）；管理员登录验证；数据库访问层（CRUD/事务/完整性）；数据安全（参数化查询/密码保护）；模型评估规划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DF7BDA7-7CDF-4297-9314-51745922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11274552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5813104-AB9B-442C-8FDB-7C649EC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2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19FE49C-0EF9-41D3-9D9B-910B1AC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05272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韩萧贤</a:t>
            </a:r>
            <a:endParaRPr sz="17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9AECF1-9881-4197-895B-1FCFBDE7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89320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E6724B"/>
                </a:solidFill>
                <a:latin typeface="微软雅黑"/>
                <a:ea typeface="微软雅黑"/>
                <a:cs typeface="微软雅黑"/>
              </a:rPr>
              <a:t>测试 / 界面</a:t>
            </a:r>
            <a:endParaRPr sz="1100" b="1">
              <a:solidFill>
                <a:srgbClr val="E6724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08A415C-7215-4BF3-A61E-BFC909B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623560"/>
            <a:ext cx="9418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每日集成与回归测试；地图导航（加载/出行方式/路线规划）；充电站管理（列表/详情/新增）；智能应用规划（推荐/预警）；Web大屏接口规划；界面可用性与性能体验；过程评审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05272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1B052E-8398-4D9B-8B39-20ADA25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200013-00F1-495F-89A3-4BC003D3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9D5583-6DD9-4DFE-B118-913F220F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C9B67-A610-45D8-89DC-75768856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面向充电服务与日常运营，完成本地客户端/服务端教学演示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9860F9-E0F7-4707-B5A7-2CC31FE4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07D1B3-010E-41A3-9A5A-E014F166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B0FA9E6-B0B3-4B35-99B1-7C023899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3832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41EECD-D8F7-4C7D-B268-52569D9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383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2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9423C02-7E30-484C-A8D8-3E129559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站点分布不均</a:t>
            </a:r>
            <a:endParaRPr sz="16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5BCAE2-19ED-497D-8267-A407861A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2926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充电桩地理分布零散，用户难以快速找到可用充电资源</a:t>
            </a:r>
            <a:endParaRPr sz="12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81A56E0-DC74-43B6-938E-1B8FCC88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463040"/>
            <a:ext cx="33832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0B2B75B-20AB-48F6-B29C-63B1097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463040"/>
            <a:ext cx="3383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DA4473-97F9-45B8-8647-358A06CA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916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设备利用率低</a:t>
            </a:r>
            <a:endParaRPr sz="16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2BE36A6-DE49-45C3-8A9E-DD94888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94560"/>
            <a:ext cx="2926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缺乏实时监控与数据分析，设备闲置与过载并存</a:t>
            </a:r>
            <a:endParaRPr sz="12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5CB3636-1405-41A7-9CD2-84D0D59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463040"/>
            <a:ext cx="33832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812C628-1206-4C67-8B30-A2EF750A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463040"/>
            <a:ext cx="3383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B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CCFB89-50D3-42FA-9F81-B8433310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9" y="16916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运营数据分散</a:t>
            </a:r>
            <a:endParaRPr sz="16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B8EB6BD-5FBF-451E-8BEF-40EC67B5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9" y="2194560"/>
            <a:ext cx="2926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用户服务、设备管控、经营分析各自孤立，缺少统一平台</a:t>
            </a:r>
            <a:endParaRPr sz="12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861F02E-E31F-4CB3-AB47-9C8D3FF5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39"/>
            <a:ext cx="10972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C8E6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25F27E7-6534-4117-BB40-7BEC8E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解决方案</a:t>
            </a:r>
            <a:endParaRPr sz="15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9AFD10-3845-49DD-B362-D84ED8B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50"/>
              </a:spcAft>
              <a:buNone/>
            </a:pP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以用户端、管理端和服务端协同完成查站、预约、模拟充电与结算，采用 Linux、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750"/>
              </a:spcAft>
              <a:buNone/>
            </a:pP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Qt 6、TCP 和 SQLite，扩展会员权益与 AI 咨询。真实设备、真实支付不在当前范围内。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BAE607E-F9AE-4AB5-901A-BBF10D82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项目目标：体会从需求理解到软件发布的完整流程，掌握 Linux 下 Qt 应用开发、Socket 通信与多线程编程。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6956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2330AA-D5A7-4F46-841D-243DC28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CF80ED-E629-4B6A-8E34-449C126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1E3FB8D-F98B-47D0-8AA7-97A6AAE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系统整体架构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2BA6E8-00F6-4B5A-923C-7070F0E0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三进程独立运行，分层依赖，统一 TCP 入口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B4C5D9F-B33A-4119-99BB-509E11C4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CF09C32-70C3-4582-9C35-EB280D77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2937A06-39E8-44C2-8C01-B6CCA860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960120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8CCD0B3-3834-4A15-ADF0-DAC9038B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FB9498D-CF4F-4FD8-92EF-518CD5B8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417320"/>
            <a:ext cx="1645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应用层</a:t>
            </a:r>
            <a:endParaRPr sz="15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6162B4-C1CD-4A57-A536-2A9B4E66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417320"/>
            <a:ext cx="7132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ev_user_client（用户端）| ev_admin_client（管理端）| ev_server（服务端）</a:t>
            </a:r>
            <a:endParaRPr sz="12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16985D5-A5DB-4626-9843-4FEDDFBD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1720"/>
            <a:ext cx="960120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0223246-C2F0-489A-8159-F34F8696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172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978544-9A27-4B40-972B-303E664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377440"/>
            <a:ext cx="1645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服务层</a:t>
            </a:r>
            <a:endParaRPr sz="1500" b="1">
              <a:solidFill>
                <a:srgbClr val="30C0B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2FD0A1-0CDE-4AE8-9CC7-A2EB2B87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77440"/>
            <a:ext cx="7132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会话鉴权 · 充电与订单 · 计费引擎 · 会员权益 · 知识服务</a:t>
            </a:r>
            <a:endParaRPr sz="12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30A4FF5-E8F3-4F97-99D0-EE2AD376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1840"/>
            <a:ext cx="960120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7BFDE5C-C5DA-4E93-885B-A06B7ED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184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2B6625-1374-4696-87EF-3EE599F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337560"/>
            <a:ext cx="1645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网络层</a:t>
            </a:r>
            <a:endParaRPr sz="1500" b="1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054A281-45D2-4DA1-940D-ADA3C5C9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37560"/>
            <a:ext cx="7132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TCP 帧协议 · 帧编解码器 · 粘包处理 · PlatformClient 连接管理</a:t>
            </a:r>
            <a:endParaRPr sz="12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9A170D3-8EDA-4C14-8E48-C2A4657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1960"/>
            <a:ext cx="960120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82212E0-BE5F-4B60-B26E-D4B46EC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196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2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EF5361-78CF-468E-9011-29B89B8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297680"/>
            <a:ext cx="1645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6724B"/>
                </a:solidFill>
                <a:latin typeface="微软雅黑"/>
                <a:ea typeface="微软雅黑"/>
                <a:cs typeface="微软雅黑"/>
              </a:rPr>
              <a:t>数据层</a:t>
            </a:r>
            <a:endParaRPr sz="1500" b="1">
              <a:solidFill>
                <a:srgbClr val="E6724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86DEB17-17AA-4B9C-BF5A-8512FC9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97680"/>
            <a:ext cx="7132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SQLite · 核心业务及会员扩展表 · Repository · 事务与约束</a:t>
            </a:r>
            <a:endParaRPr sz="12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468BB547-FC82-4522-AD9D-D8CB35E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2080"/>
            <a:ext cx="960120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BA7B73F-7015-4577-ABC6-073B764A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2080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7DF064C-4719-4762-9B11-540B14BA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257800"/>
            <a:ext cx="1645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适配层</a:t>
            </a:r>
            <a:endParaRPr sz="15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34EF33C-26C4-45A9-92BC-74E111C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257800"/>
            <a:ext cx="7132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OpenStreetMap 地图适配 · AI 咨询适配 · 离线分析预留</a:t>
            </a:r>
            <a:endParaRPr sz="1200"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B3D0F19-0B4C-4D6C-B8BA-5598F5B7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22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依赖↓</a:t>
            </a:r>
            <a:endParaRPr sz="11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4710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DF74BF-CAE3-4EE7-ACEB-CCBB7E31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1FAC7A-AD68-48CF-ABE9-6C594A96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ECED8C-7F9E-453C-9D3E-3B32F53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整体功能介绍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F92D0-7148-4AF3-9509-A05E652B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当前功能覆盖充电业务闭环，分析与 Web 大屏仍为预留模块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019189-1555-4F77-A46E-6484FCE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17EF3FE-6FB9-44DD-96BB-CDEA381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63A714F-5C6F-4AFF-84D4-150E265D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2697480" cy="4846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DEAE420-0D29-49E5-84F1-C013A6E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FF36B3-B67E-4A42-AE65-18E34F4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9888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充电用户端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2590AA-2868-497C-8755-60F99E73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手机号免密登录与自动注册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CFEE66-CF28-485B-94C7-76C6AFA3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查站、距离排序与站点评价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6C2123A-F1B2-4E25-AD4F-88FEAEE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预约、模拟充电与订单查询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E42F8C-9FB8-4B2C-8348-2DAD17C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内嵌地图与三种出行方式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41EF7B-D1A1-4E18-A2F7-D4F90F4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39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个人中心、钱包与会员权益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DDF40AD-077F-4EF5-A86B-8D349BD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97480" cy="4846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C7261FE-8FAB-455C-B094-67B42F44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F31C950-1555-4B31-8475-69966EB9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89888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PC运营管理端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D8EDEC-B968-4938-B498-3AB5837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管理员登录与角色鉴权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7930C83-1E4A-4430-9C14-6737B64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经营看板与近7日营收趋势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B94976E-9B32-4196-A907-6A74C0E1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97180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桩管理与模拟远程重启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02553E-58F0-45AB-871F-2A830A4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47472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站点、用户与订单管理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86C7F15-FDB5-4DF1-AA95-F4B10DF5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977639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会员套餐与 AI 助手配置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A025027-19D1-4643-9091-505DCF1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2697480" cy="4846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B509125-CAF0-494A-958C-5000CFB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FB09CF-D2BF-45A6-AC1C-496A932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89888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数据与接口层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00670EE-E78E-41CE-A977-9BE1942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SQLite 核心表与增量迁移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CA2BE53-DAEF-4232-9843-DC5946D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688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TCP Socket 通信与帧协议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CA9CC50-847C-4139-BC64-C114B95A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7180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分连接缓冲与事件驱动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415F20B-29BE-418B-B364-66803B12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7472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地图与模型接口适配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DAE6130-D10B-4C99-8986-48AC230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77639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事务、幂等与优惠快照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7B97F44E-D5D1-4664-BD93-042392C1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71600"/>
            <a:ext cx="2697480" cy="4846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7E150A9-0C04-4536-BF22-2395212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7160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BF09601-919B-437A-9C36-7928295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89888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会员、AI 与扩展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493FB3B-509F-47FA-A081-4E2A2158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96596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VIP/SVIP 共12种套餐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B854380-684C-4037-8CC0-8CD357E5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688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SVIP 知识与业务数据咨询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0C9EA63-CCFA-42CF-92D4-A102E48B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97180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自动续费授权与取消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D92C238-F010-4BF2-9CDF-F86A768E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7472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预留：离线预测与推荐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8103B41-89D5-482A-971A-12F68220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77639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· 预留：Web 大屏与预警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66836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18456C-B40E-410F-8B7E-5FB7C6E8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8F4144-EE21-489C-8558-99FB894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8C0EC0-82C3-4C8A-A4EA-90057B2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项目中使用的技术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021550-D6F7-4287-9625-2588FB2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基于 Linux + Qt 6 的 C++ 桌面应用技术栈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2B5C31-3394-4493-A53E-2A8701C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4AE3566-180E-4765-942A-9E678D0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A79EBE3-10D9-4056-9ACE-8AE4C6DF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406B115-7C8A-4E6F-86FE-CEFB075A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EC6370-DA2C-419F-AFAD-0AA130F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586086-5611-43C3-B918-2CEA52C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5544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C++17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9446614-A9D9-451B-B3B9-435BE5B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0195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核心语言</a:t>
            </a:r>
            <a:endParaRPr sz="11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8F82D81-A9DE-4E4A-A708-5B1543B4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实现桌面端、领域服务与业务计算，使用现代 C++ 特性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D46666D-AB6D-40E3-8DCC-86423CD4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7F4DD7C-A9A2-4924-83E2-3C30969D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5448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4D82BAE-F61A-4AA2-9E9B-D19437C7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7276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Qt 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9060316-1D88-4B12-A3CD-81C53D5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544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Qt 6.2+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6CB3A07-D2F8-4A3F-943C-DC02EFC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0195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GUI 框架</a:t>
            </a:r>
            <a:endParaRPr sz="1100" b="1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990ABF1-9167-463D-AE48-D3767E36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231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Widgets 界面，Network/Sql/Test 模块及 WebEngine 内嵌地图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93695C0-D532-49EE-A76B-D76C1080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3A21CF5-2227-4E62-A775-D35B50DC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5448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72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99DD0D3-3D23-429E-8F34-8F749BAE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7276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SQL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8585E8-8FD0-4973-A146-516E6D8D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544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SQLite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0ED068C-00E4-42C9-831E-D479EC8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E6724B"/>
                </a:solidFill>
                <a:latin typeface="微软雅黑"/>
                <a:ea typeface="微软雅黑"/>
                <a:cs typeface="微软雅黑"/>
              </a:rPr>
              <a:t>数据库</a:t>
            </a:r>
            <a:endParaRPr sz="1100" b="1">
              <a:solidFill>
                <a:srgbClr val="E6724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601A946-03CD-464F-8216-E371964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231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轻量级业务存储，Repository 访问，增量迁移扩展会员数据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8D411350-1E74-4716-85D5-87CAD94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7160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23EC2C7-80D2-43C8-A2E2-B649F47C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19E858F-38B3-487B-8A0D-664884F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7276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TCP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061F08D-1831-4429-8AFD-773CB495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5448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TCP Socket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1A3FE2D-56E6-48B6-83B0-51EF4810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0195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网络通信</a:t>
            </a:r>
            <a:endParaRPr sz="1100" b="1">
              <a:solidFill>
                <a:srgbClr val="30C0B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8D4EB5-9192-41DE-ADA8-BEBDAED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2316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自定义二进制帧协议（msg_type+payload_length+JSON），粘包处理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B7A4118-9717-4696-96DE-D09E1C3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F9156C4-7C7C-4AE0-B45E-5E3D28A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34F8C69-C8E6-46CC-AAD2-8E2764CA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事件驱动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EAFD4F0-6EBB-4AAB-8C0E-8898AF5E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02336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事件驱动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BB1B123-DE0E-4819-8241-055A7FDF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7083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连接调度</a:t>
            </a:r>
            <a:endParaRPr sz="11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943504A-F5F9-4918-ACA5-EB9636E3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服务端</a:t>
            </a: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事件驱动</a:t>
            </a: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监听，充电模拟线程，会话心跳定时器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3BCBF215-BFDC-4BCA-832C-57199D4B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4048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0B15A6D6-4509-4232-8254-D9AEB82A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02336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BB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FEF212C-A0DD-4261-98CF-D418D81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04164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QSS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AACCAD8-8694-4994-AF1D-09EBB29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2336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QSS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1AA2E0D-2D17-4557-8629-FDD9A7E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37083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EFBB1F"/>
                </a:solidFill>
                <a:latin typeface="微软雅黑"/>
                <a:ea typeface="微软雅黑"/>
                <a:cs typeface="微软雅黑"/>
              </a:rPr>
              <a:t>界面样式</a:t>
            </a:r>
            <a:endParaRPr sz="1100" b="1">
              <a:solidFill>
                <a:srgbClr val="EFBB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9B2042A0-4859-4041-9A6A-E92260F5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89204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统一桌面端 QSS 样式表，卡片式 UI 设计，圆角与配色方案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35D787FD-1C25-4B49-996D-17B26C7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4048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994468B2-74F2-420F-963B-A5B48BBB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2336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2A2A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2F708C32-64DC-4A78-BD98-B2C0E371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4164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qma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EA6AB7FF-FE93-4230-996C-B2063134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02336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qmake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8A1E9FD-A664-4A98-B27A-36CAB89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37083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构建系统</a:t>
            </a:r>
            <a:endParaRPr sz="1100" b="1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084A121-6A5D-4749-A1FB-9169E26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9204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SUBDIRS 多子项目结构，分支独立调试，影子构建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9AAFCF5D-C460-4A94-8E14-31BC5B30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840480"/>
            <a:ext cx="2697480" cy="2148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2E70CE44-B91C-4B8F-9F51-203DBC6D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023360"/>
            <a:ext cx="7315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C6AD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B597D2E6-BF29-47E6-8812-0DF3D0C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041648"/>
            <a:ext cx="7315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Git</a:t>
            </a:r>
            <a:endParaRPr sz="1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F316AC2-6014-400D-842C-A832F06D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2336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Git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02078C9C-AF04-4992-A00B-302CBC49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70832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9C6AD0"/>
                </a:solidFill>
                <a:latin typeface="微软雅黑"/>
                <a:ea typeface="微软雅黑"/>
                <a:cs typeface="微软雅黑"/>
              </a:rPr>
              <a:t>版本管理</a:t>
            </a:r>
            <a:endParaRPr sz="1100" b="1">
              <a:solidFill>
                <a:srgbClr val="9C6A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0897BE20-606D-49DD-BF50-7343A452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892040"/>
            <a:ext cx="2331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多人协作功能分支模式，PR 审核，主分支保护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58588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FC3C0A-1836-47F7-BD61-8D82AF2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6FE6A1-B6CD-4B9A-AC68-1CCDD17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465EE0-AC0B-41DB-8661-22D1CB7E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核心设计：TCP 帧协议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F9E589-02E9-44B1-A8F8-5C1D8901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长度前缀解决拆包与粘包，当前 TCP 协议用于本地教学环境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410F14-5EB0-48E7-BDCB-684F59C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0843DE4-F40B-458E-B5AA-C1B9DE6C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6F6F794-9870-431E-8682-E14E52B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10332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24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572C14D-E260-424C-8BC6-7A366825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45920"/>
            <a:ext cx="2286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778D1B-5812-4B03-9112-0A7AFB7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645920"/>
            <a:ext cx="2286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msg_type
(4 bytes)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0969D13-C817-4A8B-90CA-2959D8A1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743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277AB84-6AD7-40FC-BA9D-4904679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payload_length
(4 bytes)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20247C-845B-4623-9B0E-C92E1268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47548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2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A875FC5-3163-4E9D-BA8F-B1A0EF7D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4754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UTF-8 JSON Payload
(max 10 MiB)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F0291C-BAEA-40EA-AE2A-7FFC3AB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协议特点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656E334-93C2-4E79-9FB1-FDB9A049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612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大端字节序，跨平台一致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消息类型枚举统一管理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请求-响应配对（request_id 追踪）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粘包处理：缓冲区累积 + 帧解码状态机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超长正文及非法 JSON 直接拒绝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A2CA997-FE75-43FF-8570-E1A6144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通信流程</a:t>
            </a:r>
            <a:endParaRPr sz="15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C4222E7-7E67-443D-9EDD-6EBD3AEC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612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客户端连接后发送 HealthRequest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HealthResponse 校验协议版本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登录成功后分配 Session ID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业务请求携带 Session ID 鉴权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每30秒心跳续期，退出清理会话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46240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9D3534-6624-44A6-852B-84B5ED96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EAA082-4E6E-4941-945E-35040DC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49FC7E4-B72F-47B2-B307-5BD92D6A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用户端 — 登录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FA0A39-DAA7-4133-A418-FE42C9A3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手机号免密登录，输入11位手机号即可登录或自动注册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5217BA-AD7A-4796-9EEE-92B836AD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6EB265-4C44-4F23-BBF4-4226A3C0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8DB26D-65F9-4B2D-A580-3218512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077324-2598-47AB-A339-F0B13C7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F97DF21-3B5B-4C80-8758-78B1460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输入11位手机号，实时格式校验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已存在用户 → 直接登录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未注册手机号 → 自动创建新用户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冻结账号登录被拦截并提示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登录成功后窗口扩展至主页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会话心跳每30秒自动续期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主动退出 / 会话失效自动回登录页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6b746ec14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595" y="1393825"/>
            <a:ext cx="6506210" cy="45364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58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1FEB94-F5B9-4122-BE93-2ED023AF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4B5E35-94CB-452B-9146-DC5F9EF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E3CEE73-116C-40F7-9D68-25B3B966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用户端 — 充电站查询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DCD354F-55B7-4BD9-A2EA-9FD76B8B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选择省份或输入地址，按距离排序展示附近充电站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7A0C46-29AC-48A7-BC5C-6DB8382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17A914B-0EFD-4276-B9A0-0A80FEC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2FD43D-5FA0-43DD-BF9D-04B1F83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16C5F4-C07A-4DD7-B976-9728B5F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F1B5EE-B33B-48E7-ACAA-A926F93A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下拉选择省份或手动输入地址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地址转经纬度（OpenStreetMap）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Haversine 公式计算直线距离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按距离由近及远排序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卡片显示站名/价格/空闲数/距离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点击卡片进入站点详情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66ebffbad4b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1225" y="1371600"/>
            <a:ext cx="6852285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21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6BF149-0C8B-4180-B636-8FD6EA5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87EBB-6377-4544-B648-EA3B4B94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10A04C-20A6-47F5-A9F8-568723E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用户端 — 站点详情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0C91AF-CF6D-4AD2-90E7-737C825C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查看站点与可用桩，支持驾车、步行、骑行内嵌路线预览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EE3E2A-B6BB-41AD-BDC7-EEC5341D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E49F987-610A-4CEC-8431-E8F28DAB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5944AB9-4C29-4945-BAAB-7E4BF3A2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F046DE8-8026-4FDA-8A6E-6B0E561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143033-A4EE-4EF8-A891-17B22AD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展示站名、地址、单价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表格列出空闲充电桩详情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桩编号 / 类型（快充·慢充）/ 功率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驾车 / 步行 / 骑行方式切换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预估距离与耗时计算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点击「选择」进入预约充电流程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QWebEngineView 内嵌地图导航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b8c96ce3f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385" y="1371600"/>
            <a:ext cx="6726555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32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315C15-BCC6-4B2A-AFF6-99695E3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2E9A97-440C-4A1E-A4E9-BE373F3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463DBE-3AFB-4DBC-AC37-2D19621C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用户端 — 个人中心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6EC955-CD1E-42A0-AAEF-42BD8613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维护资料与模拟钱包，个人中心提供会员和 AI 咨询入口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67F2E8-8491-4974-BE84-82B9A6E3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618639-FAFD-4EDE-A878-FFAE37C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50C0DAF-C3DB-4A67-A01B-9D2FE7F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B11D370-4935-4DBF-80FA-475BD579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757D710-B7C3-4CC8-B2A7-EC7E3E6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展示头像、昵称、钱包余额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支持本地头像上传与昵称修改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会员中心查看套餐与权益期限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输入金额模拟钱包充值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SVIP 可进入 AI 咨询助手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服务端刷新保证数据一致性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退出登录清除会话状态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7faa3d40243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1371600"/>
            <a:ext cx="6726555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3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A7C77A-1DB5-4217-9343-7537A6B7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9ACA16-4A3D-4FAF-B332-0126F7C5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C32B9C-96B4-4DEF-8389-ABF2685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管理端 — 登录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FF04E7-374B-4FE3-B267-0EB6926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管理员账号密码验证，登录后进入运营管理工作空间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A92CE3-2814-41E1-BA38-5CFC3FAA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A92069A-5296-4C17-A2B2-F4F71B2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D0C0174-BA58-47DA-BF6C-AA81E7C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E3CA6C-3F96-4056-B72A-453E58FA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08C6DBB-03D1-419C-BE70-D6106E07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账号密码身份验证（admin / admin123）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密码使用加盐哈希存储，不明文记录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非空校验 + 长度校验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异步请求，按钮禁用 + 「登录中...」状态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登录成功保存 Session，进入管理后台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失败提示「用户名或密码错误」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密码可见性切换按钮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9fd0bba544a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" y="1372870"/>
            <a:ext cx="6777990" cy="4604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7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D9DB73-6925-4DF3-939C-6619E8A4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A2D9C6-50DA-4088-B586-77B6C482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2B6833-7AC9-4D64-9BA5-AB1BB745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管理端 — 经营看板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845A03-292D-4C57-8BAE-2BD54E56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累计业务指标、近7日营收趋势与充电桩状态分布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2778148-646D-4027-85A1-E5C7C5AC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EBA959-4220-4652-A840-D6B60286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D2B24C0-C25C-4BF3-9308-1A91C372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6752"/>
            <a:ext cx="7132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（需补充截图）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76E36B4-A30C-4F51-9954-640C3C3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E4B8E4-490F-4EFF-8373-1598A2D9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B66BBA9-E960-4B47-90CA-9B5F255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累计充电量 / 营收 / 用户数 / 次数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近7日营收趋势折线图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桩状态分布与故障提示入口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数量及占比百分比展示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刷新按钮手动更新数据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连接状态实时显示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3f6d3d03a46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1371600"/>
            <a:ext cx="6992620" cy="4568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170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045526-B9B0-4966-872C-25EBE493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75F7A-7C43-4551-9739-DF416B5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CCF08D3-A6A5-43E1-AD37-8400D675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管理端 — 充电桩管理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9B8B74E-84D6-48AA-88BC-2F9607C4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充电桩列表展示与远程重启操作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0A80C8-0761-46C1-83EB-CDB7E20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EC7B209-0034-4A29-A752-28C63E96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FB2D54E-368F-4590-8252-D3F164CB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13232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9C8CFAC-C41B-4CC8-8336-E42DA96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7132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[ 待补充截图 ]</a:t>
            </a:r>
            <a:endParaRPr sz="16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2A53EBE-FEC8-477C-815B-0BE612F3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6752"/>
            <a:ext cx="7132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（需补充截图）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F4549B-725E-4CA1-8B78-DEBEA2CB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371600"/>
            <a:ext cx="3749039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F721A1-167B-4670-A103-1BEC7B6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功能说明</a:t>
            </a:r>
            <a:endParaRPr sz="14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986C52-4A65-40CF-AE5D-ED7A975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168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电桩编号 / 所属电站 / 类型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功率(kW) / 当前状态 / 累计充电次数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累计充电时长统计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选中电桩可执行远程重启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模拟向电桩发送重启指令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用于处理死机等异常场景</a:t>
            </a:r>
            <a:endParaRPr sz="12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474595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3CB7D6-2952-4446-A7FB-923BA9BF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918AF3-FB4C-4BB8-99E8-E61BF50F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41DD7C9-AABD-4023-B400-2CB3B85D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核心界面 · 管理端 — 充电站 / 用户 / 订单管理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3257DE-D7B1-4274-B815-20C39E0D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三大管理模块覆盖运营全流程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07491A-CFFD-4E0C-B0AE-B1CC0CF4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80EEDCD-70AA-4F24-81CC-14D29D0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D5231E8-57BC-4906-B09F-4677803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9D6089A-3B36-49C2-B5A8-32878DE8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34AF55B-D6BE-400E-9B47-03F18C9A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9888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充电站管理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9D2E00-A8D7-4845-9103-57FFB9EB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9260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EFC275-5E47-4EA2-BA56-54A9192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[ 待补充截图 ]</a:t>
            </a:r>
            <a:endParaRPr sz="16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931E70C-03D9-48AA-910E-99CADA28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05072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（需补充截图）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349E38-85E7-4915-92E1-0731862E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29260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充电站列表（ID/站名/地址/经纬度）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站内设备实时状态明细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新增充电站（站名/地址/电桩数）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1DD4FB3-2C4E-4AD7-AECE-2C26CB5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37160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71E472B-5AA3-4287-9CAF-A3FF232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37160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E1A3131-D81D-4708-9099-C1924DE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389888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用户管理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A833981-2A40-484E-861B-8DC51315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920240"/>
            <a:ext cx="29260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5E09616-617E-41FE-B5FF-4D9BD78E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65176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[ 待补充截图 ]</a:t>
            </a:r>
            <a:endParaRPr sz="16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61BD2F0-7172-4D76-8F6A-A8A93559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005072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（需补充截图）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67F1B18-4CE0-43A5-B814-10E0F7E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114800"/>
            <a:ext cx="29260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用户列表（ID/手机号/昵称/余额）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手机号模糊搜索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冻结 / 解冻用户账号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BC19F4D-D463-4FC4-89B4-20EB4C6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EC2CA3D-BE9F-48EC-B58B-38DF9314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17F2A78-CFF4-4D3F-BBAF-4C6ADD63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89888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订单管理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87EA54D-3B08-4C11-B2D3-F1FEA586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920240"/>
            <a:ext cx="29260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61C5244-C7BB-441D-8F8D-337E08D1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65176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[ 待补充截图 ]</a:t>
            </a:r>
            <a:endParaRPr sz="16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9BC7D27-416D-414A-8170-B1CA97A5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005072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（需补充截图）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1FC21DA-3597-43BD-8F4C-7F0D6F0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114800"/>
            <a:ext cx="29260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订单列表与筛选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订单状态追踪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9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充电量与费用明细</a:t>
            </a:r>
            <a:endParaRPr sz="11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067791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881362-9AE3-4BE3-B6CD-8407B325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AD865AE-93C9-4FCC-B5C3-7D034D19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635E9F-744C-4E85-B44A-7912AA2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项目难点与解决方案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616B39-7575-4FE5-9846-4729B4D8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在实战中遇到并攻克的技术挑战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D555C1-7D00-40CA-88D6-02EE2308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C75DCF5-20EF-4C3C-AD11-00AE1149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B61E319-B231-4D68-8D7A-2A36C81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56616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5492D2-F1B1-45CE-96F8-FE16E48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073C1D-678A-49DC-BF50-8C39B2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TCP 粘包处理</a:t>
            </a:r>
            <a:endParaRPr sz="1400" b="1">
              <a:solidFill>
                <a:srgbClr val="006C3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CA6586B-99C9-4797-B544-B2F34188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问题：自定义帧协议中，多个消息可能合并到达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AB4F16-C3D0-4C5E-9526-4A8DEC07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320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方案：实现帧解码状态机：缓冲区累积→解析长度前缀→截取完整帧→处理残余字节</a:t>
            </a:r>
            <a:endParaRPr sz="11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985BF9C-0851-4CFF-87FB-DE9E5A5A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356616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C9149B1-4774-4A24-A6FD-8CCE4320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42B4035-38AA-4CC3-A452-3DB8FE7D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630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事件调度与状态冲突</a:t>
            </a:r>
            <a:endParaRPr sz="1400" b="1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C84418-1976-4D0A-8854-E4BC2941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74520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问题：多客户端请求与充电计时交错，可能争抢同一电桩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E54558B-9A00-4D30-ADA3-6120256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06040"/>
            <a:ext cx="320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方案：事件循环配合定时器调度；电桩状态条件更新与数据库事务裁决冲突</a:t>
            </a:r>
            <a:endParaRPr sz="11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7FE4E6-D5E4-4D4A-9CB3-75712FFC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356616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1BEBEEA-EE86-4543-B52D-7CE503F8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716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2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E1CFC4-0527-43D3-90F1-D0A0A7FD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4630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E6724B"/>
                </a:solidFill>
                <a:latin typeface="微软雅黑"/>
                <a:ea typeface="微软雅黑"/>
                <a:cs typeface="微软雅黑"/>
              </a:rPr>
              <a:t>客户端状态一致性</a:t>
            </a:r>
            <a:endParaRPr sz="1400" b="1">
              <a:solidFill>
                <a:srgbClr val="E6724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80FDAF5-C5D6-40D3-BC2F-345A193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874520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问题：客户端缓存与服务端真实状态可能不同步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7CEFAFF-7684-49E2-A368-D28E14E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606040"/>
            <a:ext cx="320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方案：身份/余额/订单状态以服务端为准；心跳续期+失效回登录页机制</a:t>
            </a:r>
            <a:endParaRPr sz="11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7581F5B-A5CF-47B4-A8D3-7DF41FC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356616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F387169-C425-4FA5-9CE2-850F08C8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A7F817C-EFF6-46E0-A304-DC30347A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地图接口集成</a:t>
            </a:r>
            <a:endParaRPr sz="1400" b="1">
              <a:solidFill>
                <a:srgbClr val="30C0B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181BB22-157E-4D8C-BDC1-BB255BB0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9120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问题：地址转坐标依赖外部API，网络不可用时影响核心流程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77396A4-D894-42F2-BC1D-FFA37FE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320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方案：适配器隔离地图请求；缓存与教学坐标回退；路线失败显示提示</a:t>
            </a:r>
            <a:endParaRPr sz="11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F5FA530-63CC-4714-80CF-1648CF63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356616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AFFC275-DD31-4A5C-83BC-3D87820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2FCDCCA-C610-47C2-BCDB-7EA73DB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9776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Git 多人协作</a:t>
            </a:r>
            <a:endParaRPr sz="1400" b="1">
              <a:solidFill>
                <a:srgbClr val="A13F3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B965D4A-3CF0-4EAB-B0A5-44E3CE47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89120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问题：5人同时开发，分支冲突与主干稳定性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77104C-987B-4978-A4F9-1A1030AE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120640"/>
            <a:ext cx="320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方案：功能分支模式+PR审核；shared-identifiers清单管理公共接口；独立端口与数据库</a:t>
            </a:r>
            <a:endParaRPr sz="11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AD398FA-6C7F-4A48-B082-66DB9DC7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86200"/>
            <a:ext cx="356616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11226F5-8F4E-4E62-A88F-460617B3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86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B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A582325-10B1-4524-9292-7ECE857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97764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EFBB1F"/>
                </a:solidFill>
                <a:latin typeface="微软雅黑"/>
                <a:ea typeface="微软雅黑"/>
                <a:cs typeface="微软雅黑"/>
              </a:rPr>
              <a:t>密码安全存储</a:t>
            </a:r>
            <a:endParaRPr sz="1400" b="1">
              <a:solidFill>
                <a:srgbClr val="EFBB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6E0883B-1B39-4088-A90A-D7AC7DC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389120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  <a:cs typeface="微软雅黑"/>
              </a:rPr>
              <a:t>问题：管理员密码不能明文存储</a:t>
            </a:r>
            <a:endParaRPr sz="1100" b="0">
              <a:solidFill>
                <a:srgbClr val="5F63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4DAB89C-4F87-4D3A-8D66-A04704FD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5120640"/>
            <a:ext cx="320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方案：加盐哈希存储（PasswordHasher）；参数化查询防注入；验证时比对哈希值</a:t>
            </a:r>
            <a:endParaRPr sz="110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69733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8A51EF-8121-4882-B5E3-0C0E637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0"/>
            <a:ext cx="10058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66D6B3-4A68-4A49-AA67-90E74E14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1828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D0A0F1-6CE3-47EA-8966-6394B8C5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716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技能提升与项目收获</a:t>
            </a:r>
            <a:endParaRPr sz="2400" b="1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A49596-5089-4163-B16F-2377CFCF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94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通过本次项目获得的软硬件技能成长</a:t>
            </a:r>
            <a:endParaRPr sz="12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686144-A9DE-452C-AE6F-6F9FD2C6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30936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2A2A2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 b="0">
              <a:solidFill>
                <a:srgbClr val="A2A2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62E3C4-9205-42CE-A7D7-595482D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217920"/>
            <a:ext cx="1088136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DD9422C-C62D-4AA8-A374-01FC4F5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486400" cy="4846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9B6BC75-49A4-4A5C-902B-113A6C9A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E6F3D1-C035-492F-A4CE-8DEB3FF0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9888"/>
            <a:ext cx="54864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硬技能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6DB2D0-1930-43DB-8692-2250A251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5029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C++17 现代语法与面向对象设计实践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Qt 6 框架深度使用（Widgets/Network/Sql）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TCP Socket 编程与自定义协议设计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事件驱动调度与并发状态一致性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SQLite 数据库设计与 Repository 模式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QSS 样式表与 UI/UX 设计能力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Linux 环境下开发工具链使用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006C39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qmake 多子项目构建与影子构建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6750AB0-B11F-4CCF-932B-C00C998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5486400" cy="4846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7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81C806-F11A-4420-8309-1C20AF6B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3F3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149717-7509-4F71-8D09-70855EC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89888"/>
            <a:ext cx="54864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软技能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77B8C55-F0FA-48BB-9D18-B1E839F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65960"/>
            <a:ext cx="50292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需求分析与需求矩阵编制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软件工程全流程实践（需求→设计→开发→测试→发布）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Git 多人协作与 PR 审核工作流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团队沟通与任务分工协调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技术文档撰写（设计说明书、共享标识符）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问题定位与独立排查能力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代码规范与代码审查意识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050" b="1">
                <a:solidFill>
                  <a:srgbClr val="A13F3D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250" b="0">
                <a:solidFill>
                  <a:srgbClr val="3C4043"/>
                </a:solidFill>
                <a:latin typeface="微软雅黑"/>
                <a:ea typeface="微软雅黑"/>
                <a:cs typeface="微软雅黑"/>
              </a:rPr>
              <a:t>项目时间管理与里程碑把控</a:t>
            </a:r>
            <a:endParaRPr sz="1250" b="0">
              <a:solidFill>
                <a:srgbClr val="3C404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5273550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9CC4E1-5305-4BA1-BA33-E06E05A800A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216025" y="4690745"/>
            <a:ext cx="7287260" cy="1157605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组名：五联网（</a:t>
            </a: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第 5 组</a:t>
            </a: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）</a:t>
            </a:r>
            <a:endParaRPr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r">
              <a:buNone/>
            </a:pP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答辩人：刘宁远  肖峣  秦志豪  刘禹晨  韩萧贤</a:t>
            </a:r>
            <a:endParaRPr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r">
              <a:buNone/>
            </a:pP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时间：2026年9月</a:t>
            </a: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>
                <a:solidFill>
                  <a:srgbClr val="3F3F3F"/>
                </a:solidFill>
                <a:latin typeface="微软雅黑"/>
                <a:ea typeface="微软雅黑"/>
                <a:cs typeface="微软雅黑"/>
              </a:rPr>
              <a:t>日</a:t>
            </a:r>
            <a:endParaRPr b="0">
              <a:solidFill>
                <a:srgbClr val="3F3F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r">
              <a:buNone/>
            </a:pP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D9954DC-144B-427F-A1B1-98994B75960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</a:t>
            </a:r>
            <a:r>
              <a:t>观看！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721007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3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2026-09-09T11:29:10.4370000Z</dcterms:created>
  <dcterms:modified xsi:type="dcterms:W3CDTF">2026-09-09T11:29:10.4370000Z</dcterms:modified>
</coreProperties>
</file>